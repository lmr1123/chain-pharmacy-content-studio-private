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47996017b4e9f" /><Relationship Type="http://schemas.openxmlformats.org/officeDocument/2006/relationships/extended-properties" Target="/docProps/app.xml" Id="R8550e29392eb4438" /><Relationship Type="http://schemas.openxmlformats.org/officeDocument/2006/relationships/officeDocument" Target="/ppt/presentation.xml" Id="Ra5a1dc6f8612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60fec855c4f1e"/>
  </p:sldMasterIdLst>
  <p:notesMasterIdLst>
    <p:notesMasterId xmlns:r="http://schemas.openxmlformats.org/officeDocument/2006/relationships" r:id="R64091798d5ed4c3a"/>
  </p:notesMasterIdLst>
  <p:sldIdLst>
    <p:sldId xmlns:r="http://schemas.openxmlformats.org/officeDocument/2006/relationships" id="256" r:id="R5fd4e499c8c94afe"/>
    <p:sldId xmlns:r="http://schemas.openxmlformats.org/officeDocument/2006/relationships" id="257" r:id="Rba36a8f188124470"/>
    <p:sldId xmlns:r="http://schemas.openxmlformats.org/officeDocument/2006/relationships" id="258" r:id="Rce498f8361234985"/>
    <p:sldId xmlns:r="http://schemas.openxmlformats.org/officeDocument/2006/relationships" id="259" r:id="R2625ab5ca16740b7"/>
    <p:sldId xmlns:r="http://schemas.openxmlformats.org/officeDocument/2006/relationships" id="260" r:id="R3c2d860b4e0941f0"/>
    <p:sldId xmlns:r="http://schemas.openxmlformats.org/officeDocument/2006/relationships" id="261" r:id="Rd80466c5c24c4aa7"/>
    <p:sldId xmlns:r="http://schemas.openxmlformats.org/officeDocument/2006/relationships" id="262" r:id="R9ddbc792173045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9299b3c56049b9" /><Relationship Type="http://schemas.openxmlformats.org/officeDocument/2006/relationships/slideMaster" Target="/ppt/slideMasters/slideMaster1.xml" Id="R19860fec855c4f1e" /><Relationship Type="http://schemas.openxmlformats.org/officeDocument/2006/relationships/notesMaster" Target="/ppt/notesMasters/notesMaster1.xml" Id="R64091798d5ed4c3a" /><Relationship Type="http://schemas.openxmlformats.org/officeDocument/2006/relationships/presProps" Target="/ppt/presProps.xml" Id="R2bcf3f2e4e364d6b" /><Relationship Type="http://schemas.openxmlformats.org/officeDocument/2006/relationships/tableStyles" Target="/ppt/tableStyles.xml" Id="R36eed380b88b4505" /><Relationship Type="http://schemas.openxmlformats.org/officeDocument/2006/relationships/slide" Target="/ppt/slides/slide1.xml" Id="R5fd4e499c8c94afe" /><Relationship Type="http://schemas.openxmlformats.org/officeDocument/2006/relationships/slide" Target="/ppt/slides/slide2.xml" Id="Rba36a8f188124470" /><Relationship Type="http://schemas.openxmlformats.org/officeDocument/2006/relationships/slide" Target="/ppt/slides/slide3.xml" Id="Rce498f8361234985" /><Relationship Type="http://schemas.openxmlformats.org/officeDocument/2006/relationships/slide" Target="/ppt/slides/slide4.xml" Id="R2625ab5ca16740b7" /><Relationship Type="http://schemas.openxmlformats.org/officeDocument/2006/relationships/slide" Target="/ppt/slides/slide5.xml" Id="R3c2d860b4e0941f0" /><Relationship Type="http://schemas.openxmlformats.org/officeDocument/2006/relationships/slide" Target="/ppt/slides/slide6.xml" Id="Rd80466c5c24c4aa7" /><Relationship Type="http://schemas.openxmlformats.org/officeDocument/2006/relationships/slide" Target="/ppt/slides/slide7.xml" Id="R9ddbc792173045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4602216232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34bbc0e2d4743" /><Relationship Type="http://schemas.openxmlformats.org/officeDocument/2006/relationships/notesMaster" Target="/ppt/notesMasters/notesMaster1.xml" Id="R7b748ddc24f140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b49ad530544158" /><Relationship Type="http://schemas.openxmlformats.org/officeDocument/2006/relationships/notesMaster" Target="/ppt/notesMasters/notesMaster1.xml" Id="Rf918e6ea66924b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99f21454934687" /><Relationship Type="http://schemas.openxmlformats.org/officeDocument/2006/relationships/notesMaster" Target="/ppt/notesMasters/notesMaster1.xml" Id="R2d90db641b2545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2018d676024801" /><Relationship Type="http://schemas.openxmlformats.org/officeDocument/2006/relationships/notesMaster" Target="/ppt/notesMasters/notesMaster1.xml" Id="R5acf1a70723144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fa5284ef74237" /><Relationship Type="http://schemas.openxmlformats.org/officeDocument/2006/relationships/notesMaster" Target="/ppt/notesMasters/notesMaster1.xml" Id="R172ff172d5b147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fc7e2c23294abf" /><Relationship Type="http://schemas.openxmlformats.org/officeDocument/2006/relationships/notesMaster" Target="/ppt/notesMasters/notesMaster1.xml" Id="Rc230f16fbca341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830dd63cae4986" /><Relationship Type="http://schemas.openxmlformats.org/officeDocument/2006/relationships/notesMaster" Target="/ppt/notesMasters/notesMaster1.xml" Id="R87b09dcdbd094b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outputs/workbuddy-workspaces/uat/jobs/uat-component-suite-a-20260810-r4/workspace/render/content-model.json</a:t>
            </a:r>
          </a:p>
          <a:p xmlns:a="http://schemas.openxmlformats.org/drawingml/2006/main">
            <a:r>
              <a:t>- scene: P01_courseware_cover (cover)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outputs/workbuddy-workspaces/uat/jobs/uat-component-suite-a-20260810-r4/workspace/render/content-model.json</a:t>
            </a:r>
          </a:p>
          <a:p xmlns:a="http://schemas.openxmlformats.org/drawingml/2006/main">
            <a:r>
              <a:t>- scene: P02_hook_intro (time_list)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outputs/workbuddy-workspaces/uat/jobs/uat-component-suite-a-20260810-r4/workspace/render/content-model.json</a:t>
            </a:r>
          </a:p>
          <a:p xmlns:a="http://schemas.openxmlformats.org/drawingml/2006/main">
            <a:r>
              <a:t>- scene: P03_product_overview (product_overview)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outputs/workbuddy-workspaces/uat/jobs/uat-component-suite-a-20260810-r4/workspace/render/content-model.json</a:t>
            </a:r>
          </a:p>
          <a:p xmlns:a="http://schemas.openxmlformats.org/drawingml/2006/main">
            <a:r>
              <a:t>- scene: P04_consultation_framework (consultation_framework)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outputs/workbuddy-workspaces/uat/jobs/uat-component-suite-a-20260810-r4/workspace/render/content-model.json</a:t>
            </a:r>
          </a:p>
          <a:p xmlns:a="http://schemas.openxmlformats.org/drawingml/2006/main">
            <a:r>
              <a:t>- scene: P05_evidence_ladder (evidence_ladder)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outputs/workbuddy-workspaces/uat/jobs/uat-component-suite-a-20260810-r4/workspace/render/content-model.json</a:t>
            </a:r>
          </a:p>
          <a:p xmlns:a="http://schemas.openxmlformats.org/drawingml/2006/main">
            <a:r>
              <a:t>- scene: P06_objection_handling (objection_handling)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outputs/workbuddy-workspaces/uat/jobs/uat-component-suite-a-20260810-r4/workspace/render/content-model.json</a:t>
            </a:r>
          </a:p>
          <a:p xmlns:a="http://schemas.openxmlformats.org/drawingml/2006/main">
            <a:r>
              <a:t>- scene: P07_summary_matrix (efficacy_recap_table)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8151b59f944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231ade37f24e88" /><Relationship Type="http://schemas.openxmlformats.org/officeDocument/2006/relationships/slideLayout" Target="/ppt/slideLayouts/slideLayout1.xml" Id="R4a19e1615a1144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19e1615a1144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2aa988b2a4208" /><Relationship Type="http://schemas.openxmlformats.org/officeDocument/2006/relationships/image" Target="/ppt/media/image.png" Id="Rb69527e9131a4c5a" /><Relationship Type="http://schemas.openxmlformats.org/officeDocument/2006/relationships/notesSlide" Target="/ppt/notesSlides/notesSlide1.xml" Id="Ra359860dd3f24e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545abf2344b73" /><Relationship Type="http://schemas.openxmlformats.org/officeDocument/2006/relationships/notesSlide" Target="/ppt/notesSlides/notesSlide2.xml" Id="R6a3e674971f342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c9fb3995a42e0" /><Relationship Type="http://schemas.openxmlformats.org/officeDocument/2006/relationships/image" Target="/ppt/media/image2.png" Id="R48d853d5fcf2494c" /><Relationship Type="http://schemas.openxmlformats.org/officeDocument/2006/relationships/notesSlide" Target="/ppt/notesSlides/notesSlide3.xml" Id="R9c44e0957fc842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7f005cbcd4454" /><Relationship Type="http://schemas.openxmlformats.org/officeDocument/2006/relationships/notesSlide" Target="/ppt/notesSlides/notesSlide4.xml" Id="Reed76b263c0445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55ec09e9a4195" /><Relationship Type="http://schemas.openxmlformats.org/officeDocument/2006/relationships/notesSlide" Target="/ppt/notesSlides/notesSlide5.xml" Id="Rf9ef4ede851640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bc0fd8f7441a7" /><Relationship Type="http://schemas.openxmlformats.org/officeDocument/2006/relationships/notesSlide" Target="/ppt/notesSlides/notesSlide6.xml" Id="R1f3ff1aa8d7d47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f7518434f45f2" /><Relationship Type="http://schemas.openxmlformats.org/officeDocument/2006/relationships/notesSlide" Target="/ppt/notesSlides/notesSlide7.xml" Id="Rd818edfc37a448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bg-chrome">
            <a:extLst xmlns:a="http://schemas.openxmlformats.org/drawingml/2006/main">
              <a:ext uri="{FF2B5EF4-FFF2-40B4-BE49-F238E27FC236}">
                <a16:creationId xmlns:a16="http://schemas.microsoft.com/office/drawing/2014/main" id="{3937ECDA-DCA3-4DB2-8274-FB36C173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AD7ED921-DA34-4D53-9CDF-53D508B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F7A81F37-AA8E-4EF6-8663-9BBC9F4D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971E353A-BC03-4444-BBA6-70425656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1BCCBB71-90C8-4653-9A36-14E8821D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298BC269-9D69-4817-813A-5DA9636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10FBE872-2952-4BE2-BF89-708A6AB3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8C14D80B-88CC-4A56-A284-289404EE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854326D9-D21D-4445-82CC-DE93FF1C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54E1C4FD-67F1-4DC3-8544-6E8047B7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398015B5-1D51-4710-A352-E629F77F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474FFE9C-6325-4DA0-B3D0-C6933258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D9265795-8E54-495D-9F57-124F0708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A267DEE4-4EC6-4A01-900E-1669F394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27DDE188-91ED-431B-BAAA-90A5A383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E19AA059-C772-4822-8361-51092B3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16391002-F434-4C79-940C-B4CC725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791DC8A9-7A0B-427A-9EE6-21E31B37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19D528C2-0357-4073-B59B-17354EC9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C911FB88-07CB-4F94-BC98-6873F7D1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6575AD55-6AB5-4E88-AB4A-99D25AA6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220A9337-D0BC-4EA6-A8F8-AECA3D1E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7F56E289-F348-421B-BBF5-2439C91D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3212862A-EEC7-4474-83F4-DA294DE0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CE5CF953-3D11-431E-8002-F83F1797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1F7B150C-1BFA-42C2-8860-9D66631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6F05045E-C131-4A4C-B7A3-BB380D93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48098945-7E71-49ED-AD45-CA248B0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D4B862A8-463A-4C6D-B3E3-E385B00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F36D9448-B301-4B8A-BE5E-CE88DBBF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F387FEF5-622B-41B4-A55C-4FA75E39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FEA404E9-EA0F-422C-BE26-DD3AE84C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ADE0C029-6E43-4047-BCDD-1E1AA5EF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8F55F3D0-4202-44DD-A8E0-0E441D39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7593125D-600B-4125-BB25-0693AAB9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E9FE7651-BAA9-4524-B96E-D31AC807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049344DF-D5AC-4192-AE18-E78F4544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F0EF69A0-FC53-4118-920E-E0C337C8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0FD36551-4D7C-42CD-B7C6-57CCC78F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3D381B2E-5C8B-44A0-8826-26F59BA6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7C72B4FD-FE1B-4C4A-9E89-EBD0E49C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DAA5FB70-0D63-46AE-91AB-B80B4486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9AA1756B-F5ED-4A74-814E-EF8D40D4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2503CC7D-7D7B-485B-B248-B092588A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37EBA9DF-CE63-4474-B6DA-AC4FDCA2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EF7DD208-C783-44CC-88CC-8572DB02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38DEAD96-399D-4C0F-BDFE-59CF676D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03CF16E9-213C-4BFE-AA25-B7F247C4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C7D7B3F1-EC4C-4FA4-8E7B-1E6AD6B1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9EF7BE6A-72CC-49D7-9092-DA7641D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4101CE71-4A37-420D-B2B5-ABA1BE5B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24733AEC-83F8-4167-B86D-6C4D7ED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2386A5E1-F54A-4E8D-86DB-DDCDF33E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FB96150E-A80A-4256-8649-1C53687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E8EB4F6B-AD29-49AB-9915-A951DBED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F7E6DB8B-C3E0-454E-9E7F-BB48D316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FF76C6A8-EC17-410A-A50C-3D73C0A6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6689B2E2-216D-413E-A480-E30217B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581EFD9D-D527-4DAA-B0FA-685F1CFE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9C0B5FAF-F58F-4CCE-A226-ACF9BBC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B032EC2C-1536-40C3-95E5-CD8826C4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BE335D97-08DA-49A1-A84C-6D7C1F5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52D5A24A-8E56-452E-AC1B-D966EF82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CFDB7923-0FA2-49E6-BBE8-54815C33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101D40C4-B62C-419E-940B-68C363F1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BA483CEF-F07C-42C4-B172-957FA67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73DAA96A-9C19-491C-B51E-B5E8CBA1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EF490EFC-92A5-4725-9E2C-E36A5D46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10BF930A-65A5-41AC-AA4B-0219F036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90E6C8AE-C11B-4A81-BF31-A760987F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48A626E3-0CF5-4BB9-9F24-A031669F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F8ABCD17-FBEE-4FCF-B375-57924BC4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DA9D2351-3D6D-4D24-8B64-1D5E88A5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CCB2C27D-954D-4113-BBD3-337F3523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E03D7FB2-157C-4AB6-B5EA-A5A8291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cover-info-panel">
            <a:extLst xmlns:a="http://schemas.openxmlformats.org/drawingml/2006/main">
              <a:ext uri="{FF2B5EF4-FFF2-40B4-BE49-F238E27FC236}">
                <a16:creationId xmlns:a16="http://schemas.microsoft.com/office/drawing/2014/main" id="{C85F557A-CCC2-409D-AD3B-7BF3392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0" y="1047750"/>
            <a:ext cx="5397500" cy="5016500"/>
          </a:xfrm>
          <a:prstGeom xmlns:a="http://schemas.openxmlformats.org/drawingml/2006/main" prst="roundRect">
            <a:avLst>
              <a:gd name="adj" fmla="val 2278"/>
            </a:avLst>
          </a:prstGeom>
          <a:solidFill xmlns:a="http://schemas.openxmlformats.org/drawingml/2006/main">
            <a:srgbClr val="0B557C"/>
          </a:solidFill>
          <a:ln xmlns:a="http://schemas.openxmlformats.org/drawingml/2006/main" w="14288">
            <a:solidFill>
              <a:srgbClr val="0B557C"/>
            </a:solidFill>
            <a:prstDash val="solid"/>
          </a:ln>
        </p:spPr>
      </p:sp>
      <p:sp>
        <p:nvSpPr>
          <p:cNvPr id="77" name="cover-coral-mark">
            <a:extLst xmlns:a="http://schemas.openxmlformats.org/drawingml/2006/main">
              <a:ext uri="{FF2B5EF4-FFF2-40B4-BE49-F238E27FC236}">
                <a16:creationId xmlns:a16="http://schemas.microsoft.com/office/drawing/2014/main" id="{06BC03D9-11EE-46D7-AC09-4CDF1B64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1289050"/>
            <a:ext cx="584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8" name="cover-green-mark">
            <a:extLst xmlns:a="http://schemas.openxmlformats.org/drawingml/2006/main">
              <a:ext uri="{FF2B5EF4-FFF2-40B4-BE49-F238E27FC236}">
                <a16:creationId xmlns:a16="http://schemas.microsoft.com/office/drawing/2014/main" id="{46DC5E4F-0B89-4414-BFEA-40884FC3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890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79" name="editable:component:P01_courseware_cover:title_pill">
            <a:extLst xmlns:a="http://schemas.openxmlformats.org/drawingml/2006/main">
              <a:ext uri="{FF2B5EF4-FFF2-40B4-BE49-F238E27FC236}">
                <a16:creationId xmlns:a16="http://schemas.microsoft.com/office/drawing/2014/main" id="{61609E6C-8076-4359-A674-F2CF2717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0500"/>
            <a:ext cx="4445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</a:defRPr>
            </a:pPr>
            <a:r>
              <a:rPr sz="30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晴岚资料核验套装 A（内部 UAT）</a:t>
            </a:r>
          </a:p>
        </p:txBody>
      </p:sp>
      <p:sp>
        <p:nvSpPr>
          <p:cNvPr id="80" name="editable:component:P01_courseware_cover:subtitle">
            <a:extLst xmlns:a="http://schemas.openxmlformats.org/drawingml/2006/main">
              <a:ext uri="{FF2B5EF4-FFF2-40B4-BE49-F238E27FC236}">
                <a16:creationId xmlns:a16="http://schemas.microsoft.com/office/drawing/2014/main" id="{6E764EAA-D870-465A-9A30-3B8BE15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0650"/>
            <a:ext cx="444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E56A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连锁门店内部业务验收</a:t>
            </a:r>
          </a:p>
        </p:txBody>
      </p:sp>
      <p:sp>
        <p:nvSpPr>
          <p:cNvPr id="81" name="editable:component:P01_courseware_cover:icon_check.bg">
            <a:extLst xmlns:a="http://schemas.openxmlformats.org/drawingml/2006/main">
              <a:ext uri="{FF2B5EF4-FFF2-40B4-BE49-F238E27FC236}">
                <a16:creationId xmlns:a16="http://schemas.microsoft.com/office/drawing/2014/main" id="{749589C9-7193-45BF-90AB-AC1B0963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2" name="editable:component:P01_courseware_cover:icon_check">
            <a:extLst xmlns:a="http://schemas.openxmlformats.org/drawingml/2006/main">
              <a:ext uri="{FF2B5EF4-FFF2-40B4-BE49-F238E27FC236}">
                <a16:creationId xmlns:a16="http://schemas.microsoft.com/office/drawing/2014/main" id="{FAE9C3F0-1A6F-4282-9A4E-B0B282E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98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3" name="editable:component:P01_courseware_cover:cover_point.1">
            <a:extLst xmlns:a="http://schemas.openxmlformats.org/drawingml/2006/main">
              <a:ext uri="{FF2B5EF4-FFF2-40B4-BE49-F238E27FC236}">
                <a16:creationId xmlns:a16="http://schemas.microsoft.com/office/drawing/2014/main" id="{2AE3F26D-7BBA-4770-96C7-594A5762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34226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三课型页型组合</a:t>
            </a:r>
          </a:p>
        </p:txBody>
      </p:sp>
      <p:sp>
        <p:nvSpPr>
          <p:cNvPr id="84" name="editable:component:P01_courseware_cover:icon_check.2.bg">
            <a:extLst xmlns:a="http://schemas.openxmlformats.org/drawingml/2006/main">
              <a:ext uri="{FF2B5EF4-FFF2-40B4-BE49-F238E27FC236}">
                <a16:creationId xmlns:a16="http://schemas.microsoft.com/office/drawing/2014/main" id="{794FDD0A-D900-4E11-A1C0-A07DAD0C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5" name="editable:component:P01_courseware_cover:icon_check.2">
            <a:extLst xmlns:a="http://schemas.openxmlformats.org/drawingml/2006/main">
              <a:ext uri="{FF2B5EF4-FFF2-40B4-BE49-F238E27FC236}">
                <a16:creationId xmlns:a16="http://schemas.microsoft.com/office/drawing/2014/main" id="{33D84D57-6182-4C4D-BBC2-8EBEDFEB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6" name="editable:component:P01_courseware_cover:cover_point.2">
            <a:extLst xmlns:a="http://schemas.openxmlformats.org/drawingml/2006/main">
              <a:ext uri="{FF2B5EF4-FFF2-40B4-BE49-F238E27FC236}">
                <a16:creationId xmlns:a16="http://schemas.microsoft.com/office/drawing/2014/main" id="{AB92F98F-986B-42BF-BB50-276B77F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41338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新增异议应答页签</a:t>
            </a:r>
          </a:p>
        </p:txBody>
      </p:sp>
      <p:sp>
        <p:nvSpPr>
          <p:cNvPr id="87" name="editable:component:P01_courseware_cover:icon_check.3.bg">
            <a:extLst xmlns:a="http://schemas.openxmlformats.org/drawingml/2006/main">
              <a:ext uri="{FF2B5EF4-FFF2-40B4-BE49-F238E27FC236}">
                <a16:creationId xmlns:a16="http://schemas.microsoft.com/office/drawing/2014/main" id="{B332E620-1538-45A7-8B09-38FF49AF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02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8" name="editable:component:P01_courseware_cover:icon_check.3">
            <a:extLst xmlns:a="http://schemas.openxmlformats.org/drawingml/2006/main">
              <a:ext uri="{FF2B5EF4-FFF2-40B4-BE49-F238E27FC236}">
                <a16:creationId xmlns:a16="http://schemas.microsoft.com/office/drawing/2014/main" id="{119CB8BF-2E38-4E8A-A576-8D1B0F3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02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9" name="editable:component:P01_courseware_cover:cover_point.3">
            <a:extLst xmlns:a="http://schemas.openxmlformats.org/drawingml/2006/main">
              <a:ext uri="{FF2B5EF4-FFF2-40B4-BE49-F238E27FC236}">
                <a16:creationId xmlns:a16="http://schemas.microsoft.com/office/drawing/2014/main" id="{7EB3FF8B-ECD6-486E-A0AF-96ECECB9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48450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统一浅蓝视觉</a:t>
            </a:r>
          </a:p>
        </p:txBody>
      </p:sp>
      <p:sp>
        <p:nvSpPr>
          <p:cNvPr id="90" name="cover-product-stage">
            <a:extLst xmlns:a="http://schemas.openxmlformats.org/drawingml/2006/main">
              <a:ext uri="{FF2B5EF4-FFF2-40B4-BE49-F238E27FC236}">
                <a16:creationId xmlns:a16="http://schemas.microsoft.com/office/drawing/2014/main" id="{3A6A22DC-FB3A-4891-A2F8-3B07085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5080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DF3FC"/>
            </a:solidFill>
            <a:prstDash val="solid"/>
          </a:ln>
        </p:spPr>
      </p:sp>
      <p:sp>
        <p:nvSpPr>
          <p:cNvPr id="91" name="cover-stage-tag">
            <a:extLst xmlns:a="http://schemas.openxmlformats.org/drawingml/2006/main">
              <a:ext uri="{FF2B5EF4-FFF2-40B4-BE49-F238E27FC236}">
                <a16:creationId xmlns:a16="http://schemas.microsoft.com/office/drawing/2014/main" id="{D8E2557E-64D5-4C94-BEBD-9703DBC3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352550"/>
            <a:ext cx="1511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92" name="editable:component:P01_courseware_cover:stage_tag">
            <a:extLst xmlns:a="http://schemas.openxmlformats.org/drawingml/2006/main">
              <a:ext uri="{FF2B5EF4-FFF2-40B4-BE49-F238E27FC236}">
                <a16:creationId xmlns:a16="http://schemas.microsoft.com/office/drawing/2014/main" id="{12352E23-DC75-4569-815E-BF61B7A9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450" y="1390650"/>
            <a:ext cx="130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内部 UAT</a:t>
            </a:r>
          </a:p>
        </p:txBody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527e9131a4c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230438"/>
            <a:ext cx="4127500" cy="3095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431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bg-chrome">
            <a:extLst xmlns:a="http://schemas.openxmlformats.org/drawingml/2006/main">
              <a:ext uri="{FF2B5EF4-FFF2-40B4-BE49-F238E27FC236}">
                <a16:creationId xmlns:a16="http://schemas.microsoft.com/office/drawing/2014/main" id="{72AD8EC1-FFC2-4719-8CC8-A3D78EE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FD7A1F61-73AD-47EF-841A-03990DB0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05FA9BC8-70C9-4B12-B761-0D16E28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4A8C5C7D-4E5C-4987-9D61-8FBB8D48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A98730A1-6638-4601-B57A-EAA3760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E2B17842-7D68-4F7C-967B-E312AEBF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EAFD1103-D98D-4958-A5EF-F85D99F8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6B51A44E-9454-44A1-BE50-7CEC01F1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BC3D46AA-78A9-4DA0-915C-9598313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92539745-10A1-4BEA-B6A6-2F872237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2B312E70-E88A-4ED6-A2C3-FFDCE4C2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18B1F421-7FC5-4E55-BC47-2D3353E6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65028E72-8849-41ED-905F-D9B9C2E4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8D814DB1-012D-40A2-9CA0-D757FBB0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80B18FDD-1B4B-4F8C-820B-0C62534A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87C0E023-92A5-4249-BE08-9B770A3A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D450197E-BE03-4470-BB87-30FD9EB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2822353C-6DFE-45CC-BECB-4CB1D977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4A2E933C-C313-4B27-AD0A-746D6AB2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C088C8E4-8FF9-4A0F-B15E-FC8FB021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769DB6E5-22F1-4166-BE60-D1B75355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72F589C9-BA26-4A20-A3C2-653D9A22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12524B22-25AB-48AB-8979-8DC8E434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6488862C-D3BC-4224-9232-8ECFDB6A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8D4D68E0-83C4-4D4D-A50C-50C253F5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0BC15FBC-6F94-4139-BB9F-885BE3AC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BFCF265D-0E8F-4D71-AB3A-E88C56DB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CCBD0ED9-786F-478C-8814-91CD8D4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468EDC37-8DFB-48A4-B3ED-1DA417E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26CA3B99-EB60-47FB-8684-80D3CA6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DA36FB24-C29F-4E51-99FD-5DC83159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1D2C04E5-F5D2-4EA8-A9D2-5C2D780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7E7E47AC-0BF9-4613-AC3B-6A262467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B3981E13-36D5-49E1-8D69-F1E332D3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931C5ACD-7AE7-4C24-ABCD-019D9F6B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9EE84F4C-0CFC-445A-B1D6-14CACBEA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05D25C5B-62E5-4755-A4C5-F07DC13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E9C3936F-4E76-43C6-B6F2-008AD8C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C0A959BE-4495-44F3-89A5-19DD1B6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1B307CD3-F1BC-4819-A62A-B415C42B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DCAE3B4D-91E9-454C-B442-C6F6CE29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A24D7225-4EF5-4C86-B879-D94379EC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85A4DE5D-4F82-40D4-AD50-737329E0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2E25D40E-2ACB-4E20-BCA3-D503D590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E3806BA7-0671-42CD-A13E-DC811E1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B8AC3A91-727A-43CE-BB4D-EFF51B8C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B35B6D44-ECC7-4615-8F9D-CA9C46D3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50D26BB7-D876-4A38-9C39-A92984BA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9F59A6E8-6E07-49D5-A608-F856BF8F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DEDA5B8E-EA4B-44EA-975A-7905DDD5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3B2916B0-B12F-4FEE-9C10-9C8B445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D4765ACE-F718-4704-858D-F14CF1B3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3C569192-A5D3-495D-8EB2-38EC239E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6C68B41D-ADA2-4774-BF38-94F76975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447B7028-AD18-4025-9D0D-A3B027EC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7BE0C656-0C50-4022-A58E-C819EC3D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495881AE-DF26-4E7C-B858-74328316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7036E337-34B8-4E5C-A058-D1DDCC5F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6C652BE1-ACF5-4F1C-B119-95200CAC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D12ADA6C-2952-4FB9-B320-AC298AE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BB1DEBC8-7446-42A4-B4EB-CB613206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C77AFA8F-C7CF-4F9E-99FC-76C19C9D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8A37562C-67F8-4D49-8D02-6FA38EA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A4CAE7DB-9E9C-4840-87C1-60DACB8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1247130F-2A90-47A1-B6D0-3E854F7A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E3ECD6A2-41D9-4F41-B226-37B1648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3D5F4EF2-597E-48FC-9398-333487B0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FB2C2A9D-66C5-4262-B71F-C58F8BD1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244F9BAE-1C68-453B-9DF1-436D0C27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67F39044-60CF-49AD-AFAC-BF5C524C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D72E5ACE-2685-4019-805A-92D1E806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76C95B00-5E3F-4ADB-9D0D-42D1B8BB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C7EF73B7-805B-4D5F-924C-0947EE9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404180A3-EC0E-48B7-B860-35BDA3C4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12F446FF-BCEE-4047-848A-2B68831F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2_hook_intro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EB2E7B81-5EA3-4683-98FC-DC85958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2_hook_intro:chapter">
            <a:extLst xmlns:a="http://schemas.openxmlformats.org/drawingml/2006/main">
              <a:ext uri="{FF2B5EF4-FFF2-40B4-BE49-F238E27FC236}">
                <a16:creationId xmlns:a16="http://schemas.microsoft.com/office/drawing/2014/main" id="{59887B6B-A93B-4269-946A-655B1787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先统一资料状态</a:t>
            </a:r>
          </a:p>
        </p:txBody>
      </p:sp>
      <p:sp>
        <p:nvSpPr>
          <p:cNvPr id="78" name="editable:component:P02_hook_intro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D76B5097-AAE9-4410-9059-10464B1C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list-stage">
            <a:extLst xmlns:a="http://schemas.openxmlformats.org/drawingml/2006/main">
              <a:ext uri="{FF2B5EF4-FFF2-40B4-BE49-F238E27FC236}">
                <a16:creationId xmlns:a16="http://schemas.microsoft.com/office/drawing/2014/main" id="{886EED48-6296-4D09-AA4C-0E4E8FFF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editable:component:P02_hook_intro:list.1__number">
            <a:extLst xmlns:a="http://schemas.openxmlformats.org/drawingml/2006/main">
              <a:ext uri="{FF2B5EF4-FFF2-40B4-BE49-F238E27FC236}">
                <a16:creationId xmlns:a16="http://schemas.microsoft.com/office/drawing/2014/main" id="{F6D93D86-88B3-46F7-9C0E-A39E5761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368300" cy="36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1" name="editable:component:P02_hook_intro:list.1__n">
            <a:extLst xmlns:a="http://schemas.openxmlformats.org/drawingml/2006/main">
              <a:ext uri="{FF2B5EF4-FFF2-40B4-BE49-F238E27FC236}">
                <a16:creationId xmlns:a16="http://schemas.microsoft.com/office/drawing/2014/main" id="{0462A545-6030-4895-985F-29142AD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3117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" name="editable:component:P02_hook_intro:list.1">
            <a:extLst xmlns:a="http://schemas.openxmlformats.org/drawingml/2006/main">
              <a:ext uri="{FF2B5EF4-FFF2-40B4-BE49-F238E27FC236}">
                <a16:creationId xmlns:a16="http://schemas.microsoft.com/office/drawing/2014/main" id="{929A9459-C4CE-4B6D-92D7-CA11980C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3067050"/>
            <a:ext cx="8382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344A"/>
                </a:solidFill>
              </a:defRPr>
            </a:pPr>
            <a:r>
              <a:rPr sz="20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本课件只验证内部资料从接收到交付的核验闭环，不对应任何真实商品。</a:t>
            </a:r>
          </a:p>
        </p:txBody>
      </p:sp>
      <p:sp>
        <p:nvSpPr>
          <p:cNvPr id="83" name="editable:component:P02_hook_intro:list.2__number">
            <a:extLst xmlns:a="http://schemas.openxmlformats.org/drawingml/2006/main">
              <a:ext uri="{FF2B5EF4-FFF2-40B4-BE49-F238E27FC236}">
                <a16:creationId xmlns:a16="http://schemas.microsoft.com/office/drawing/2014/main" id="{EA726BC6-49B6-4B46-BFD9-DE765564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92600"/>
            <a:ext cx="368300" cy="36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4" name="editable:component:P02_hook_intro:list.2__n">
            <a:extLst xmlns:a="http://schemas.openxmlformats.org/drawingml/2006/main">
              <a:ext uri="{FF2B5EF4-FFF2-40B4-BE49-F238E27FC236}">
                <a16:creationId xmlns:a16="http://schemas.microsoft.com/office/drawing/2014/main" id="{4C7E9407-C3F0-4C6A-A5E9-9DE12FD4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5" name="editable:component:P02_hook_intro:list.2">
            <a:extLst xmlns:a="http://schemas.openxmlformats.org/drawingml/2006/main">
              <a:ext uri="{FF2B5EF4-FFF2-40B4-BE49-F238E27FC236}">
                <a16:creationId xmlns:a16="http://schemas.microsoft.com/office/drawing/2014/main" id="{97CF8E37-E067-48AF-BD50-5C37E52B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4273550"/>
            <a:ext cx="8382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344A"/>
                </a:solidFill>
              </a:defRPr>
            </a:pPr>
            <a:r>
              <a:rPr sz="20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培训重点是识别版本、核对来源、记录确认，并在信息不一致时及时升级。</a:t>
            </a:r>
          </a:p>
        </p:txBody>
      </p:sp>
    </p:spTree>
    <p:extLst>
      <p:ext uri="{BB962C8B-B14F-4D97-AF65-F5344CB8AC3E}">
        <p14:creationId xmlns:p14="http://schemas.microsoft.com/office/powerpoint/2010/main" val="7162782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bg-chrome">
            <a:extLst xmlns:a="http://schemas.openxmlformats.org/drawingml/2006/main">
              <a:ext uri="{FF2B5EF4-FFF2-40B4-BE49-F238E27FC236}">
                <a16:creationId xmlns:a16="http://schemas.microsoft.com/office/drawing/2014/main" id="{55802B26-9725-46B0-BAD2-835C4486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FADD25AC-1A90-48B2-9821-1E45E89D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788563C4-0C99-467C-8C0C-E3E17B3B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BCF51FF8-9195-4127-8458-AFDA5311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DABF0B8B-5902-4CDC-AD9B-D0006C1F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F7710485-FC46-47D1-B1C3-3C900F98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FCC605FF-F6F7-410A-BDF3-35C598E4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20B99846-8BC3-44E7-A413-E62B84AA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894CD8B8-567B-446E-95E8-3BDA885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8A5F9A19-ACDF-4DC4-BFED-8BB77536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01A33402-4ED6-4194-A850-107FF443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5CFA1C07-E132-4110-8EA9-CE4CBCF2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90BADB3F-9060-4EF7-96B4-E4C1ADA9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D61C5715-8695-42BF-9B86-865C5056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B0E49C87-9981-4F17-8783-558394B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E1AE8FFD-E61C-4723-B24B-06EC43FF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F2883EFE-FD1A-4E37-9EDD-ACEB6927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3B1CA331-F8CE-455D-8D81-56B4DD87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223CFF9C-2A08-4690-B3ED-131ED15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1EFBA057-3C0A-4D18-A2BB-A0FE9799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59083F27-30F1-4EF8-8DF3-5E59FF98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B05A979C-9F75-4E9A-A409-85CCB02E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B01A7B48-2920-4A1B-92D5-3B314F1D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9E5E8909-15CC-4C26-AD3E-3BAE4A91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845FFE30-5C7B-463C-9E31-C3DD721E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74647AD2-ED28-49F3-9D00-6EF185F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6F7EB3D1-3D50-4E0F-A043-EB4E5760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E6BF6207-B575-43C2-9617-AD958B5F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972D91D2-AC39-4AE8-BEA4-7F6E23FB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1288A36A-3DEA-46DF-AF14-232ACD77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C3FB4E81-C2A7-45F6-808A-E54E8E2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1B3D151B-2C97-45D4-8520-253EBEFB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8A15E92B-2901-4617-933A-DBB19E10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AB09C810-4D1A-4430-9A3F-63775414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6561ACCC-5BCF-478D-A78E-ADC553C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E9FCB2B3-07DA-406E-A768-B072287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CD4092DA-534A-4013-AAE9-2A7D6201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EE5ECB0F-1616-4BD6-B6CB-D37D5E31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B1C737D2-831F-4910-AE8A-68489B46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BAE5B5BE-71D4-459E-A6EF-ECC23CD8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67DF41B3-EB48-49A4-8415-5E10B648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4DC93A98-9C38-4B9E-87FA-6F8FEA8D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CBF944A1-B317-482D-962F-0478B0D8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7A96005D-C039-439B-8328-781D3CE7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335B8C47-CC5D-4DD3-8C16-44A77F64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61056EDF-8A90-42C9-8190-49373FD8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9841D2E1-1AA1-4BD2-AF83-F9EE2E6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BEDCB47C-C2F5-4647-8F9C-33B0B4FD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126CF985-6263-4583-BD3A-3DFF942D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8B0C4EED-33EE-4A96-9309-D525581A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14F990B5-970F-493B-A49E-5329D29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CE14312A-5DA7-4F88-B271-B0B7F27C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881868A9-D76F-4A4D-B198-3C26E493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0BA90533-B9D9-49C1-83AE-99F935EA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C0DDECB8-8CD9-4F85-B771-AD3258F0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7E38428C-6F6D-438A-AA79-981B85A3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34C1DA4D-6D18-4E74-B825-405B02E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2A3D96D4-FD72-4C64-A9F3-23B074C7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CE334EDA-5DCE-42E5-824E-9DA33503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71B90F27-FB0E-4E5F-8F4E-FF383DA9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FAC00FF8-6750-4FB2-B198-ABB5F650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72B14A4D-BD0A-4FA6-8F1B-EA8BA47F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0AD0C23B-FDDF-4E4A-86DC-BBCD94D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4E76A806-E58E-49E4-97C5-8A5A8493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41BDB256-EC85-4A8B-8AC1-BEDDDDD1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343B6C6D-DF90-4343-90FB-DFAD7B8C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13E04A56-D357-4165-B019-DEDE6657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0BE40A03-A674-4F6E-865C-B9E1731D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202EC558-BA3F-4171-9638-F94388F0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FB450B74-B2D7-499E-BA98-9F3AF48A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069369BD-7E8E-4A76-B47C-A6B37034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C14316C3-A6AC-4B18-9C92-389E3B6C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7265ECDF-2E92-403E-95F8-29977C1E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56667C8C-913C-49AB-9393-D10EC82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18D50023-C101-483A-AB20-7723D47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3_product_overview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55B92E2C-344A-4DCB-A708-4FC991E7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3_product_overview:chapter">
            <a:extLst xmlns:a="http://schemas.openxmlformats.org/drawingml/2006/main">
              <a:ext uri="{FF2B5EF4-FFF2-40B4-BE49-F238E27FC236}">
                <a16:creationId xmlns:a16="http://schemas.microsoft.com/office/drawing/2014/main" id="{46FED56C-E0F7-4947-8E97-81FB3B39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核验对象总览</a:t>
            </a:r>
          </a:p>
        </p:txBody>
      </p:sp>
      <p:sp>
        <p:nvSpPr>
          <p:cNvPr id="78" name="editable:component:P03_product_overview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A2B5BF7A-0949-4679-AC7C-BE22166C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overview-stage">
            <a:extLst xmlns:a="http://schemas.openxmlformats.org/drawingml/2006/main">
              <a:ext uri="{FF2B5EF4-FFF2-40B4-BE49-F238E27FC236}">
                <a16:creationId xmlns:a16="http://schemas.microsoft.com/office/drawing/2014/main" id="{83E8A865-0E42-4E20-AB0E-0BFD8EFE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overview-pack-stage">
            <a:extLst xmlns:a="http://schemas.openxmlformats.org/drawingml/2006/main">
              <a:ext uri="{FF2B5EF4-FFF2-40B4-BE49-F238E27FC236}">
                <a16:creationId xmlns:a16="http://schemas.microsoft.com/office/drawing/2014/main" id="{58FABA60-045F-4811-8B72-46F852B7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222500"/>
            <a:ext cx="3175000" cy="33020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853d5fcf249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4750" y="2833688"/>
            <a:ext cx="2603500" cy="1952625"/>
          </a:xfrm>
          <a:prstGeom xmlns:a="http://schemas.openxmlformats.org/drawingml/2006/main" prst="rect">
            <a:avLst/>
          </a:prstGeom>
        </p:spPr>
      </p:pic>
      <p:sp>
        <p:nvSpPr>
          <p:cNvPr id="82" name="overview-fact-1">
            <a:extLst xmlns:a="http://schemas.openxmlformats.org/drawingml/2006/main">
              <a:ext uri="{FF2B5EF4-FFF2-40B4-BE49-F238E27FC236}">
                <a16:creationId xmlns:a16="http://schemas.microsoft.com/office/drawing/2014/main" id="{5E8E40C6-B13B-48BF-8153-F2282A2A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0" y="2222500"/>
            <a:ext cx="6604000" cy="8890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3" name="editable:component:P03_product_overview:fact.1.label__pill">
            <a:extLst xmlns:a="http://schemas.openxmlformats.org/drawingml/2006/main">
              <a:ext uri="{FF2B5EF4-FFF2-40B4-BE49-F238E27FC236}">
                <a16:creationId xmlns:a16="http://schemas.microsoft.com/office/drawing/2014/main" id="{DF162555-F6D0-4FFD-91E1-CB1F7B1B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016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4" name="editable:component:P03_product_overview:fact.1.label">
            <a:extLst xmlns:a="http://schemas.openxmlformats.org/drawingml/2006/main">
              <a:ext uri="{FF2B5EF4-FFF2-40B4-BE49-F238E27FC236}">
                <a16:creationId xmlns:a16="http://schemas.microsoft.com/office/drawing/2014/main" id="{6E50F923-F1B2-44E5-A5D1-DD4019F4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0450"/>
            <a:ext cx="863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物料编号</a:t>
            </a:r>
          </a:p>
        </p:txBody>
      </p:sp>
      <p:sp>
        <p:nvSpPr>
          <p:cNvPr id="85" name="editable:component:P03_product_overview:fact.1.value">
            <a:extLst xmlns:a="http://schemas.openxmlformats.org/drawingml/2006/main">
              <a:ext uri="{FF2B5EF4-FFF2-40B4-BE49-F238E27FC236}">
                <a16:creationId xmlns:a16="http://schemas.microsoft.com/office/drawing/2014/main" id="{C267E80A-5AF1-4FD1-8574-1996F06F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2540000"/>
            <a:ext cx="62611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UAT-A-01</a:t>
            </a:r>
          </a:p>
        </p:txBody>
      </p:sp>
      <p:sp>
        <p:nvSpPr>
          <p:cNvPr id="86" name="overview-fact-2">
            <a:extLst xmlns:a="http://schemas.openxmlformats.org/drawingml/2006/main">
              <a:ext uri="{FF2B5EF4-FFF2-40B4-BE49-F238E27FC236}">
                <a16:creationId xmlns:a16="http://schemas.microsoft.com/office/drawing/2014/main" id="{8F19521C-0959-4A63-98C8-C7469A7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0" y="3238500"/>
            <a:ext cx="6604000" cy="8890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7" name="editable:component:P03_product_overview:fact.2.label__pill">
            <a:extLst xmlns:a="http://schemas.openxmlformats.org/drawingml/2006/main">
              <a:ext uri="{FF2B5EF4-FFF2-40B4-BE49-F238E27FC236}">
                <a16:creationId xmlns:a16="http://schemas.microsoft.com/office/drawing/2014/main" id="{9115E4B8-0022-4444-88EA-A409ED3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21050"/>
            <a:ext cx="1016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8" name="editable:component:P03_product_overview:fact.2.label">
            <a:extLst xmlns:a="http://schemas.openxmlformats.org/drawingml/2006/main">
              <a:ext uri="{FF2B5EF4-FFF2-40B4-BE49-F238E27FC236}">
                <a16:creationId xmlns:a16="http://schemas.microsoft.com/office/drawing/2014/main" id="{BA3735B8-8CAD-4563-8413-0F8943F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46450"/>
            <a:ext cx="863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当前版本</a:t>
            </a:r>
          </a:p>
        </p:txBody>
      </p:sp>
      <p:sp>
        <p:nvSpPr>
          <p:cNvPr id="89" name="editable:component:P03_product_overview:fact.2.value">
            <a:extLst xmlns:a="http://schemas.openxmlformats.org/drawingml/2006/main">
              <a:ext uri="{FF2B5EF4-FFF2-40B4-BE49-F238E27FC236}">
                <a16:creationId xmlns:a16="http://schemas.microsoft.com/office/drawing/2014/main" id="{D1590AC4-B1C1-41FD-B906-F7357D65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3556000"/>
            <a:ext cx="62611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V1</a:t>
            </a:r>
          </a:p>
        </p:txBody>
      </p:sp>
      <p:sp>
        <p:nvSpPr>
          <p:cNvPr id="90" name="overview-fact-3">
            <a:extLst xmlns:a="http://schemas.openxmlformats.org/drawingml/2006/main">
              <a:ext uri="{FF2B5EF4-FFF2-40B4-BE49-F238E27FC236}">
                <a16:creationId xmlns:a16="http://schemas.microsoft.com/office/drawing/2014/main" id="{85E3EEF2-35E0-49BE-9CD8-9D37003E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0" y="4254500"/>
            <a:ext cx="6604000" cy="8890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1" name="editable:component:P03_product_overview:fact.3.label__pill">
            <a:extLst xmlns:a="http://schemas.openxmlformats.org/drawingml/2006/main">
              <a:ext uri="{FF2B5EF4-FFF2-40B4-BE49-F238E27FC236}">
                <a16:creationId xmlns:a16="http://schemas.microsoft.com/office/drawing/2014/main" id="{495B6A1C-26C9-440B-A85E-F41CE2EC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37050"/>
            <a:ext cx="1016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92" name="editable:component:P03_product_overview:fact.3.label">
            <a:extLst xmlns:a="http://schemas.openxmlformats.org/drawingml/2006/main">
              <a:ext uri="{FF2B5EF4-FFF2-40B4-BE49-F238E27FC236}">
                <a16:creationId xmlns:a16="http://schemas.microsoft.com/office/drawing/2014/main" id="{98843A10-0298-4364-93AD-F66E58D5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62450"/>
            <a:ext cx="863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使用范围</a:t>
            </a:r>
          </a:p>
        </p:txBody>
      </p:sp>
      <p:sp>
        <p:nvSpPr>
          <p:cNvPr id="93" name="editable:component:P03_product_overview:fact.3.value">
            <a:extLst xmlns:a="http://schemas.openxmlformats.org/drawingml/2006/main">
              <a:ext uri="{FF2B5EF4-FFF2-40B4-BE49-F238E27FC236}">
                <a16:creationId xmlns:a16="http://schemas.microsoft.com/office/drawing/2014/main" id="{95BD5736-645B-4C66-ACD9-43F4DCBB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4572000"/>
            <a:ext cx="62611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内部业务验收</a:t>
            </a:r>
          </a:p>
        </p:txBody>
      </p:sp>
      <p:sp>
        <p:nvSpPr>
          <p:cNvPr id="94" name="note-bar">
            <a:extLst xmlns:a="http://schemas.openxmlformats.org/drawingml/2006/main">
              <a:ext uri="{FF2B5EF4-FFF2-40B4-BE49-F238E27FC236}">
                <a16:creationId xmlns:a16="http://schemas.microsoft.com/office/drawing/2014/main" id="{28C0E3A1-71BB-4C53-9078-C43C1FC9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0" y="5530850"/>
            <a:ext cx="6604000" cy="4318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5" name="editable:component:P03_product_overview:statement">
            <a:extLst xmlns:a="http://schemas.openxmlformats.org/drawingml/2006/main">
              <a:ext uri="{FF2B5EF4-FFF2-40B4-BE49-F238E27FC236}">
                <a16:creationId xmlns:a16="http://schemas.microsoft.com/office/drawing/2014/main" id="{4B12E125-A102-445E-9E69-514D6BFC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562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44A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先确认对象与版本，再进入后续资料核验。</a:t>
            </a:r>
          </a:p>
        </p:txBody>
      </p:sp>
    </p:spTree>
    <p:extLst>
      <p:ext uri="{BB962C8B-B14F-4D97-AF65-F5344CB8AC3E}">
        <p14:creationId xmlns:p14="http://schemas.microsoft.com/office/powerpoint/2010/main" val="9411387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bg-chrome">
            <a:extLst xmlns:a="http://schemas.openxmlformats.org/drawingml/2006/main">
              <a:ext uri="{FF2B5EF4-FFF2-40B4-BE49-F238E27FC236}">
                <a16:creationId xmlns:a16="http://schemas.microsoft.com/office/drawing/2014/main" id="{A396E1D9-080C-4644-AC6A-18869776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9E6510DD-6F00-4451-9F90-6399D32D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C5023979-3B4D-4A92-BBB2-2B317545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AF6EEF63-F692-445C-B6DA-2FF3BEB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36B3D998-6FA8-4FE3-83BE-FF8B27CE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3211686E-AD55-40B0-80E1-A1D59D7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CDBA69FF-E96E-41A6-B0BE-3C7BDEF1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21157768-6B77-4E4A-BBDE-88DAEEC4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4430856B-DABA-4ECA-84A8-2CA93B6D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40B89973-869A-4407-B53B-4C475E20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A245E177-ED7D-4447-98C9-42F92878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E9E15B43-C139-401D-86A4-08831C66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57A582E4-8C8F-40CD-A1DE-63E1D6FA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EC0E3362-9A5A-413C-8480-AF477BEE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73238298-DC8F-433E-AFA2-0E364C9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6FCD79DE-BD70-4A32-A22A-F5692893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449F7DC7-5E07-4726-979A-B00BC3D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299E9C42-7C23-48DE-BC63-C990D5A3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63915D00-D4DA-4B0E-AA1E-88E073EA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53879220-271D-40D3-BD3C-DCB72153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7FCF6B79-7E87-403A-B751-F2169DDC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02A0DF12-6A2E-43C7-AB2D-1CC6CA53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C06D8943-2C9C-4809-A6CB-98DA2794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2BDA4DFF-30FE-4D01-8B95-6F98E42A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0AB06304-9CA3-4CDB-9419-51136B62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44C88D4A-7F70-4082-B5DC-A99750CE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C6F2114C-2952-4A54-8851-CE2B5898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4F58CC1E-370E-4F24-93CA-33BBC8BC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5742AB05-428A-4E53-89C4-58CF7362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39618271-0A39-48F1-A2F5-8D76E520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ED598AE0-655E-41FE-B8DD-9FED8B65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9ABAEE26-2BAE-409D-817F-CAB8C76E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AC3E6FD9-7275-423B-9F28-A36871B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633FD595-312A-4C83-894A-815FCDD0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7C4B1F87-8C92-4D1A-BC9D-F9423B9C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4E69F24A-1C6A-419E-B449-D8FE87E2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58B4FC3E-DB12-441E-9752-BD2CB224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5F02FA02-181F-45E8-8423-D0E2CAA9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624771C4-C00A-4A76-99E9-92CB4972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0FDF20F8-219C-4087-B0E1-6BD39A10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C91D7CA6-5FC0-4B99-A53A-BE7564CC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FF9E0230-7CB6-4C0A-8ADF-E0D42B17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A628CDE6-D41E-4C47-999F-F9F0B25D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82DBFBF0-E9B8-44AE-BE17-E2AA1420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535A4BF9-B53E-42BC-992E-E20D9108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81972156-02A4-420F-899E-7CE4F0E2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9F36648E-9226-4D7D-B787-A9D55B19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5795FE8A-C24E-4ED9-9B08-472DE58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FC304229-FABC-4E68-B78F-D9213762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EC17751A-EA54-4780-B4CB-19C958E5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983B3B2F-363F-4F78-9919-EF669873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089BFE3E-B9CC-4A98-93D8-57A17977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1F129641-9310-4325-B39C-A54E33F5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586FBC55-A396-4505-836E-4D71798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68EC3895-D865-4C84-BF59-98D71A2B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E2EBA83E-D688-4D00-8782-34894154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30897564-66DB-4A2E-8644-11CED7EC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DD6214C7-D2B1-458B-89E7-DBE48FE0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1696824A-912B-4BF0-BD6A-B6F538E5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70CCA550-47FF-46F9-AF53-C7A2C4E0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4AB392D4-3F1C-4178-BB63-38FBABA4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BD5E8B53-1AF4-47BA-AE31-E1FB562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455E5162-B531-4FB8-A13A-3EB694FD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33842C96-BDF4-444F-AAF4-C586D09D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5D00EA54-9498-4FBA-85ED-64ACEABA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865C781C-DC05-4077-8C7B-A20D53F4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D779B4EA-71D0-457D-AED6-2134A8D2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D502C7B8-6720-4791-93E8-72E88B3C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140DF54D-56CB-4580-8B0C-B9B19168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F1420645-4927-44DA-9A82-390B6058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F10DC3CB-A55A-45C2-ABB2-CE1AF149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CB51C4E3-9FC4-4B6C-8379-BCCB2F3E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6F87A141-3F22-4C35-A3C9-E55F8E0F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83234B6E-51BE-43EA-B267-025FD35F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FF1CD75F-D596-4806-A215-6BFD2B0F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4_consultation_framework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508CEBE5-1245-4338-B251-A848B109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4_consultation_framework:chapter">
            <a:extLst xmlns:a="http://schemas.openxmlformats.org/drawingml/2006/main">
              <a:ext uri="{FF2B5EF4-FFF2-40B4-BE49-F238E27FC236}">
                <a16:creationId xmlns:a16="http://schemas.microsoft.com/office/drawing/2014/main" id="{84DF2D62-EB1B-4FD2-ABA1-B68E8A40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资料核验四步</a:t>
            </a:r>
          </a:p>
        </p:txBody>
      </p:sp>
      <p:sp>
        <p:nvSpPr>
          <p:cNvPr id="78" name="editable:component:P04_consultation_framework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0046D062-031F-4015-A267-A31B80D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consultation-stage">
            <a:extLst xmlns:a="http://schemas.openxmlformats.org/drawingml/2006/main">
              <a:ext uri="{FF2B5EF4-FFF2-40B4-BE49-F238E27FC236}">
                <a16:creationId xmlns:a16="http://schemas.microsoft.com/office/drawing/2014/main" id="{7E12E2DC-02FF-4520-A3E2-442A28F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consultation-connector">
            <a:extLst xmlns:a="http://schemas.openxmlformats.org/drawingml/2006/main">
              <a:ext uri="{FF2B5EF4-FFF2-40B4-BE49-F238E27FC236}">
                <a16:creationId xmlns:a16="http://schemas.microsoft.com/office/drawing/2014/main" id="{9374437D-A7C2-43BF-A1D3-85F7B001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784600"/>
            <a:ext cx="748665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DDF3FC"/>
            </a:solidFill>
            <a:prstDash val="solid"/>
          </a:ln>
        </p:spPr>
      </p:sp>
      <p:sp>
        <p:nvSpPr>
          <p:cNvPr id="81" name="consult-step-1">
            <a:extLst xmlns:a="http://schemas.openxmlformats.org/drawingml/2006/main">
              <a:ext uri="{FF2B5EF4-FFF2-40B4-BE49-F238E27FC236}">
                <a16:creationId xmlns:a16="http://schemas.microsoft.com/office/drawing/2014/main" id="{893CE257-384C-4CCD-85D1-1D9592B3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2508250"/>
            <a:ext cx="2292350" cy="2857500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2" name="editable:component:P04_consultation_framework:step.1.number__dot">
            <a:extLst xmlns:a="http://schemas.openxmlformats.org/drawingml/2006/main">
              <a:ext uri="{FF2B5EF4-FFF2-40B4-BE49-F238E27FC236}">
                <a16:creationId xmlns:a16="http://schemas.microsoft.com/office/drawing/2014/main" id="{1B64B07A-4D6B-44F7-9556-7F929C0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3" name="editable:component:P04_consultation_framework:step.1.number">
            <a:extLst xmlns:a="http://schemas.openxmlformats.org/drawingml/2006/main">
              <a:ext uri="{FF2B5EF4-FFF2-40B4-BE49-F238E27FC236}">
                <a16:creationId xmlns:a16="http://schemas.microsoft.com/office/drawing/2014/main" id="{568DF944-3A4E-4C9B-833B-1C0A965C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52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4" name="editable:component:P04_consultation_framework:step.1.question">
            <a:extLst xmlns:a="http://schemas.openxmlformats.org/drawingml/2006/main">
              <a:ext uri="{FF2B5EF4-FFF2-40B4-BE49-F238E27FC236}">
                <a16:creationId xmlns:a16="http://schemas.microsoft.com/office/drawing/2014/main" id="{BDBBE29B-B8D3-4066-BE46-C26BDDA2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175000"/>
            <a:ext cx="201295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先核名称</a:t>
            </a:r>
          </a:p>
        </p:txBody>
      </p:sp>
      <p:sp>
        <p:nvSpPr>
          <p:cNvPr id="85" name="consult-step-1-divider">
            <a:extLst xmlns:a="http://schemas.openxmlformats.org/drawingml/2006/main">
              <a:ext uri="{FF2B5EF4-FFF2-40B4-BE49-F238E27FC236}">
                <a16:creationId xmlns:a16="http://schemas.microsoft.com/office/drawing/2014/main" id="{8786E34C-4355-4494-989F-5763A40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3978275"/>
            <a:ext cx="175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6" name="editable:component:P04_consultation_framework:step.1.why">
            <a:extLst xmlns:a="http://schemas.openxmlformats.org/drawingml/2006/main">
              <a:ext uri="{FF2B5EF4-FFF2-40B4-BE49-F238E27FC236}">
                <a16:creationId xmlns:a16="http://schemas.microsoft.com/office/drawing/2014/main" id="{CF9F0FB1-763E-4932-B99F-EC121471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950" y="4159250"/>
            <a:ext cx="1949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94D63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确认收到的是本次验收对象</a:t>
            </a:r>
          </a:p>
        </p:txBody>
      </p:sp>
      <p:sp>
        <p:nvSpPr>
          <p:cNvPr id="87" name="consult-step-2">
            <a:extLst xmlns:a="http://schemas.openxmlformats.org/drawingml/2006/main">
              <a:ext uri="{FF2B5EF4-FFF2-40B4-BE49-F238E27FC236}">
                <a16:creationId xmlns:a16="http://schemas.microsoft.com/office/drawing/2014/main" id="{761D0741-1678-4FA1-81AA-AD65872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50" y="2508250"/>
            <a:ext cx="2292350" cy="2857500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8" name="editable:component:P04_consultation_framework:step.2.number__dot">
            <a:extLst xmlns:a="http://schemas.openxmlformats.org/drawingml/2006/main">
              <a:ext uri="{FF2B5EF4-FFF2-40B4-BE49-F238E27FC236}">
                <a16:creationId xmlns:a16="http://schemas.microsoft.com/office/drawing/2014/main" id="{69C86D4C-4A6E-432C-9EF2-63C91D42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9" name="editable:component:P04_consultation_framework:step.2.number">
            <a:extLst xmlns:a="http://schemas.openxmlformats.org/drawingml/2006/main">
              <a:ext uri="{FF2B5EF4-FFF2-40B4-BE49-F238E27FC236}">
                <a16:creationId xmlns:a16="http://schemas.microsoft.com/office/drawing/2014/main" id="{2B2B8BD1-A834-4CEB-91EA-917B98AA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52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0" name="editable:component:P04_consultation_framework:step.2.question">
            <a:extLst xmlns:a="http://schemas.openxmlformats.org/drawingml/2006/main">
              <a:ext uri="{FF2B5EF4-FFF2-40B4-BE49-F238E27FC236}">
                <a16:creationId xmlns:a16="http://schemas.microsoft.com/office/drawing/2014/main" id="{C68A2F2C-700D-4EF4-A7FB-E2761D01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750" y="3175000"/>
            <a:ext cx="201295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再核版本</a:t>
            </a:r>
          </a:p>
        </p:txBody>
      </p:sp>
      <p:sp>
        <p:nvSpPr>
          <p:cNvPr id="91" name="consult-step-2-divider">
            <a:extLst xmlns:a="http://schemas.openxmlformats.org/drawingml/2006/main">
              <a:ext uri="{FF2B5EF4-FFF2-40B4-BE49-F238E27FC236}">
                <a16:creationId xmlns:a16="http://schemas.microsoft.com/office/drawing/2014/main" id="{020EFF3D-84A3-43C8-93C8-67A4CD2F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50" y="3978275"/>
            <a:ext cx="175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2" name="editable:component:P04_consultation_framework:step.2.why">
            <a:extLst xmlns:a="http://schemas.openxmlformats.org/drawingml/2006/main">
              <a:ext uri="{FF2B5EF4-FFF2-40B4-BE49-F238E27FC236}">
                <a16:creationId xmlns:a16="http://schemas.microsoft.com/office/drawing/2014/main" id="{E73AA8A4-E3FA-47CE-BB93-4102A7B4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4159250"/>
            <a:ext cx="1949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94D63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避免旧稿与当前稿混用</a:t>
            </a:r>
          </a:p>
        </p:txBody>
      </p:sp>
      <p:sp>
        <p:nvSpPr>
          <p:cNvPr id="93" name="consult-step-3">
            <a:extLst xmlns:a="http://schemas.openxmlformats.org/drawingml/2006/main">
              <a:ext uri="{FF2B5EF4-FFF2-40B4-BE49-F238E27FC236}">
                <a16:creationId xmlns:a16="http://schemas.microsoft.com/office/drawing/2014/main" id="{F42BE21E-543B-47A7-849D-A2A71A1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508250"/>
            <a:ext cx="2292350" cy="2857500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4" name="editable:component:P04_consultation_framework:step.3.number__dot">
            <a:extLst xmlns:a="http://schemas.openxmlformats.org/drawingml/2006/main">
              <a:ext uri="{FF2B5EF4-FFF2-40B4-BE49-F238E27FC236}">
                <a16:creationId xmlns:a16="http://schemas.microsoft.com/office/drawing/2014/main" id="{1DFEE26D-80E0-4BFF-8A96-905D2180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95" name="editable:component:P04_consultation_framework:step.3.number">
            <a:extLst xmlns:a="http://schemas.openxmlformats.org/drawingml/2006/main">
              <a:ext uri="{FF2B5EF4-FFF2-40B4-BE49-F238E27FC236}">
                <a16:creationId xmlns:a16="http://schemas.microsoft.com/office/drawing/2014/main" id="{EE2A485B-7AAF-4B08-A587-6ED483C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52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6" name="editable:component:P04_consultation_framework:step.3.question">
            <a:extLst xmlns:a="http://schemas.openxmlformats.org/drawingml/2006/main">
              <a:ext uri="{FF2B5EF4-FFF2-40B4-BE49-F238E27FC236}">
                <a16:creationId xmlns:a16="http://schemas.microsoft.com/office/drawing/2014/main" id="{D949475F-6C71-43CC-B7D8-72F36DDA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175000"/>
            <a:ext cx="201295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复核负责人</a:t>
            </a:r>
          </a:p>
        </p:txBody>
      </p:sp>
      <p:sp>
        <p:nvSpPr>
          <p:cNvPr id="97" name="consult-step-3-divider">
            <a:extLst xmlns:a="http://schemas.openxmlformats.org/drawingml/2006/main">
              <a:ext uri="{FF2B5EF4-FFF2-40B4-BE49-F238E27FC236}">
                <a16:creationId xmlns:a16="http://schemas.microsoft.com/office/drawing/2014/main" id="{0CBA2027-49A4-401F-8921-CBA89FC4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3978275"/>
            <a:ext cx="175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8" name="editable:component:P04_consultation_framework:step.3.why">
            <a:extLst xmlns:a="http://schemas.openxmlformats.org/drawingml/2006/main">
              <a:ext uri="{FF2B5EF4-FFF2-40B4-BE49-F238E27FC236}">
                <a16:creationId xmlns:a16="http://schemas.microsoft.com/office/drawing/2014/main" id="{67864BA0-9FF7-414C-BC73-A6F1D2C0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4159250"/>
            <a:ext cx="1949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94D63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确保修改与确认可追溯</a:t>
            </a:r>
          </a:p>
        </p:txBody>
      </p:sp>
      <p:sp>
        <p:nvSpPr>
          <p:cNvPr id="99" name="consult-step-4">
            <a:extLst xmlns:a="http://schemas.openxmlformats.org/drawingml/2006/main">
              <a:ext uri="{FF2B5EF4-FFF2-40B4-BE49-F238E27FC236}">
                <a16:creationId xmlns:a16="http://schemas.microsoft.com/office/drawing/2014/main" id="{78425499-3C6B-4CF1-A733-E7B66326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150" y="2508250"/>
            <a:ext cx="2292350" cy="2857500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100" name="editable:component:P04_consultation_framework:step.4.number__dot">
            <a:extLst xmlns:a="http://schemas.openxmlformats.org/drawingml/2006/main">
              <a:ext uri="{FF2B5EF4-FFF2-40B4-BE49-F238E27FC236}">
                <a16:creationId xmlns:a16="http://schemas.microsoft.com/office/drawing/2014/main" id="{93330BAF-3707-48B9-A531-7BC9D217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101" name="editable:component:P04_consultation_framework:step.4.number">
            <a:extLst xmlns:a="http://schemas.openxmlformats.org/drawingml/2006/main">
              <a:ext uri="{FF2B5EF4-FFF2-40B4-BE49-F238E27FC236}">
                <a16:creationId xmlns:a16="http://schemas.microsoft.com/office/drawing/2014/main" id="{A67D011D-82DF-4468-A345-0BB54C66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52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2" name="editable:component:P04_consultation_framework:step.4.question">
            <a:extLst xmlns:a="http://schemas.openxmlformats.org/drawingml/2006/main">
              <a:ext uri="{FF2B5EF4-FFF2-40B4-BE49-F238E27FC236}">
                <a16:creationId xmlns:a16="http://schemas.microsoft.com/office/drawing/2014/main" id="{22FE132E-A4CE-46FF-B9F5-7EEC124F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3175000"/>
            <a:ext cx="201295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记录异常</a:t>
            </a:r>
          </a:p>
        </p:txBody>
      </p:sp>
      <p:sp>
        <p:nvSpPr>
          <p:cNvPr id="103" name="consult-step-4-divider">
            <a:extLst xmlns:a="http://schemas.openxmlformats.org/drawingml/2006/main">
              <a:ext uri="{FF2B5EF4-FFF2-40B4-BE49-F238E27FC236}">
                <a16:creationId xmlns:a16="http://schemas.microsoft.com/office/drawing/2014/main" id="{1472A5DF-9CEB-42B8-8A5D-9DAF191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50" y="3978275"/>
            <a:ext cx="175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104" name="editable:component:P04_consultation_framework:step.4.why">
            <a:extLst xmlns:a="http://schemas.openxmlformats.org/drawingml/2006/main">
              <a:ext uri="{FF2B5EF4-FFF2-40B4-BE49-F238E27FC236}">
                <a16:creationId xmlns:a16="http://schemas.microsoft.com/office/drawing/2014/main" id="{836E3EEF-4585-4275-930E-ADB88FF7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59250"/>
            <a:ext cx="1949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94D63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超出当前资料时升级确认</a:t>
            </a:r>
          </a:p>
        </p:txBody>
      </p:sp>
    </p:spTree>
    <p:extLst>
      <p:ext uri="{BB962C8B-B14F-4D97-AF65-F5344CB8AC3E}">
        <p14:creationId xmlns:p14="http://schemas.microsoft.com/office/powerpoint/2010/main" val="12568733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bg-chrome">
            <a:extLst xmlns:a="http://schemas.openxmlformats.org/drawingml/2006/main">
              <a:ext uri="{FF2B5EF4-FFF2-40B4-BE49-F238E27FC236}">
                <a16:creationId xmlns:a16="http://schemas.microsoft.com/office/drawing/2014/main" id="{CB361FF0-EE89-454A-9712-88CC03AC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20137526-8BA9-452A-B5B6-CE70EFC2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A07A5118-7277-4D2F-A2A0-C7D0B0F9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79CEB0DC-95C8-48DC-AE9F-2B7B2F17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7E73A480-B6A5-4773-8609-9D3F761D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6F7637FE-7785-422C-8B22-5CD33C54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1493FCC1-9A5C-4B14-9B57-F7AF103E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67FF21FE-7CEC-4602-A5F9-688A17C2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08C8B6BF-DB33-4A72-9FCE-9C0AE27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818D3CF9-1D31-43BC-BE56-A4F23262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E738BB92-05F4-4951-88FD-F59D503B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4A352DA3-C734-4751-887A-5DB2B9C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BCFF1DC3-3966-4279-B56A-3F34B1A7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00D61F47-CD37-4F43-8510-BA702B34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1B0B65F5-E373-495F-A079-D51AAED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80228D42-3C3D-4153-8BE9-683E898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00B6AB91-A785-4025-84BC-96ECAD72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B7F0F7B1-3140-4063-9043-85B23F57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FD0C12F8-ACBB-404D-A04C-BCDA5D81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E9CDEC27-7D54-43BC-BC7C-C56E47EE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6F1E072C-3B23-4E7E-B514-3977F755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187EB7EE-35D1-406C-9DFE-122460E1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AC0EF754-265E-40E5-A8DF-43963571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4B24C64E-CEF1-45B7-BE99-DADDFDAA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72F45B8D-CB3F-41A7-8E90-7C960A67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E3B46E1F-3570-4A0B-9267-DA2A3986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1C9BAB40-5C46-43CC-8962-74354F3A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15962F85-6906-42D5-A53B-9507D7BE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ED8F9E73-83FB-422B-BF1F-6471D08A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FBA6C719-737E-45AD-9F15-C025B10A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3881E152-5E85-4F79-8866-4D3EF2B1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BF7FE8E3-01D6-4E27-9E83-584846D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56DC6167-7288-4384-B2C8-B6B8EAB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1E8102D6-8D12-4704-8277-F4510E21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7C0117DF-77EF-4528-91E1-329C458F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EA71D75D-E893-4B86-A482-C3E9D7CA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CB4C972B-F8DB-45CB-90C8-308A35EE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CE2B70EC-E3DD-4A74-A236-9054E65E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EA8735AB-B9F1-48B1-ABDF-4EC08535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CA39BCB7-5D17-4DFF-AC1E-4C308CBD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07923FE3-78EB-4031-865A-BED92463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140CFFCF-A35E-4281-96F8-E0EA6425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C83EAABD-7C83-42C1-B629-EA85D42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78621AE9-3D57-4979-AFB8-CF39368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530C80D5-0882-408A-907E-973A46E2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98C5B5C4-E93D-4BEE-B43C-D9B2EFA0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5B2C44A2-7FC8-41D8-8658-0491BA54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035305FE-05FD-4FFE-9DB0-4BE03AF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E857D2A3-0C2B-4170-8507-57F65D53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82146455-6516-4B99-A65F-ABA0EB02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CF536CDE-EC27-4D07-B0C4-4E921E4F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B8E2E0B8-47C0-469B-A7B3-FECE1D5D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814C31DE-069F-4AC8-8ADD-3027E81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E2091DC3-7E40-4E6C-AB51-6D4A1A1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5A0D6DD9-485A-4BE7-A4DF-247EA891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B0800410-9EC3-4924-B29B-38B6902F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52BE3BC1-F424-428B-80A0-99C4B556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2A73B0FB-0832-41A4-B702-97890108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AEBFF11F-A5D1-4E6F-8E4B-49F82FB0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74A8D7E0-3513-405E-9D45-EF17DFCB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318FC0D7-7C15-44EE-8AF6-82820015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05760734-0A04-43A1-BEBA-D409C243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25D6B9AD-D3AC-4204-96B3-5FCA48DF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396087D1-6920-48C9-96C0-C26C0D9D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CB5EDAA4-EC8D-4201-98C7-9D613BA6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5B834708-9B5C-4037-A99D-B4CC6652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C26D9255-B3E1-4338-AC8F-0F4EDEDD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0321FB2C-CA4F-49C7-90F4-41402014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76EEE712-404F-44A5-BB30-94062B2F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8C565D8C-13B7-4CCF-91BC-F081AD0C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6DC2A259-5504-4303-9A38-F554BDB2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A1A5AC2F-1520-4EC9-B0B8-D268C9C8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2730ED2A-406C-4D70-AD12-E5A32E4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67DC5ECD-79EE-4F08-84B9-AA8D02D8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0B48B5CD-0483-482B-9246-6FC3BF57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5_evidence_ladder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B1FFF9A3-BE04-49DC-B47D-A9AD4418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5_evidence_ladder:chapter">
            <a:extLst xmlns:a="http://schemas.openxmlformats.org/drawingml/2006/main">
              <a:ext uri="{FF2B5EF4-FFF2-40B4-BE49-F238E27FC236}">
                <a16:creationId xmlns:a16="http://schemas.microsoft.com/office/drawing/2014/main" id="{357C05E9-DF0E-4F5A-B8F1-B544504B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交付证据阶梯</a:t>
            </a:r>
          </a:p>
        </p:txBody>
      </p:sp>
      <p:sp>
        <p:nvSpPr>
          <p:cNvPr id="78" name="editable:component:P05_evidence_ladder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EEE3F572-CB78-4A29-BB22-EA235E4D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evidence-stage">
            <a:extLst xmlns:a="http://schemas.openxmlformats.org/drawingml/2006/main">
              <a:ext uri="{FF2B5EF4-FFF2-40B4-BE49-F238E27FC236}">
                <a16:creationId xmlns:a16="http://schemas.microsoft.com/office/drawing/2014/main" id="{F5C6CCAB-1939-4CE8-A908-3CEEB20C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9D1E4284-EE29-4053-9CA6-5624193D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1" name="evidence-card-1-accent">
            <a:extLst xmlns:a="http://schemas.openxmlformats.org/drawingml/2006/main">
              <a:ext uri="{FF2B5EF4-FFF2-40B4-BE49-F238E27FC236}">
                <a16:creationId xmlns:a16="http://schemas.microsoft.com/office/drawing/2014/main" id="{3E8C8D41-9974-4DAA-9BA8-1204010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2" name="editable:component:P05_evidence_ladder:item.1.metric">
            <a:extLst xmlns:a="http://schemas.openxmlformats.org/drawingml/2006/main">
              <a:ext uri="{FF2B5EF4-FFF2-40B4-BE49-F238E27FC236}">
                <a16:creationId xmlns:a16="http://schemas.microsoft.com/office/drawing/2014/main" id="{799696B9-D74C-4534-BA34-0F88F3BA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7A52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57A52"/>
                </a:solidFill>
              </a:rPr>
              <a:t>01</a:t>
            </a:r>
          </a:p>
        </p:txBody>
      </p:sp>
      <p:sp>
        <p:nvSpPr>
          <p:cNvPr id="83" name="editable:component:P05_evidence_ladder:item.1.label">
            <a:extLst xmlns:a="http://schemas.openxmlformats.org/drawingml/2006/main">
              <a:ext uri="{FF2B5EF4-FFF2-40B4-BE49-F238E27FC236}">
                <a16:creationId xmlns:a16="http://schemas.microsoft.com/office/drawing/2014/main" id="{BAE637B6-0056-443E-BF11-779D70A1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包装文件</a:t>
            </a:r>
          </a:p>
        </p:txBody>
      </p:sp>
      <p:sp>
        <p:nvSpPr>
          <p:cNvPr id="84" name="evidence-card-1-divider">
            <a:extLst xmlns:a="http://schemas.openxmlformats.org/drawingml/2006/main">
              <a:ext uri="{FF2B5EF4-FFF2-40B4-BE49-F238E27FC236}">
                <a16:creationId xmlns:a16="http://schemas.microsoft.com/office/drawing/2014/main" id="{FBF19FAD-10DB-4BA6-80F6-DE1CFC52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5" name="editable:component:P05_evidence_ladder:item.1.source">
            <a:extLst xmlns:a="http://schemas.openxmlformats.org/drawingml/2006/main">
              <a:ext uri="{FF2B5EF4-FFF2-40B4-BE49-F238E27FC236}">
                <a16:creationId xmlns:a16="http://schemas.microsoft.com/office/drawing/2014/main" id="{4CAAB51C-1815-4FE6-9821-74838E54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内部 UAT 授权记录</a:t>
            </a:r>
          </a:p>
        </p:txBody>
      </p:sp>
      <p:sp>
        <p:nvSpPr>
          <p:cNvPr id="86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8FC7AEB3-AEFF-4936-9012-4772BB3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7" name="evidence-card-2-accent">
            <a:extLst xmlns:a="http://schemas.openxmlformats.org/drawingml/2006/main">
              <a:ext uri="{FF2B5EF4-FFF2-40B4-BE49-F238E27FC236}">
                <a16:creationId xmlns:a16="http://schemas.microsoft.com/office/drawing/2014/main" id="{F2BB22F5-21BE-4532-B13F-AFBF219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8" name="editable:component:P05_evidence_ladder:item.2.metric">
            <a:extLst xmlns:a="http://schemas.openxmlformats.org/drawingml/2006/main">
              <a:ext uri="{FF2B5EF4-FFF2-40B4-BE49-F238E27FC236}">
                <a16:creationId xmlns:a16="http://schemas.microsoft.com/office/drawing/2014/main" id="{F68E9CEC-6649-4DB1-9D69-B9CB9BD1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A673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7A673"/>
                </a:solidFill>
              </a:rPr>
              <a:t>02</a:t>
            </a:r>
          </a:p>
        </p:txBody>
      </p:sp>
      <p:sp>
        <p:nvSpPr>
          <p:cNvPr id="89" name="editable:component:P05_evidence_ladder:item.2.label">
            <a:extLst xmlns:a="http://schemas.openxmlformats.org/drawingml/2006/main">
              <a:ext uri="{FF2B5EF4-FFF2-40B4-BE49-F238E27FC236}">
                <a16:creationId xmlns:a16="http://schemas.microsoft.com/office/drawing/2014/main" id="{BD0734FB-E1BB-44CC-9AA2-715DC7D3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内容版本</a:t>
            </a:r>
          </a:p>
        </p:txBody>
      </p:sp>
      <p:sp>
        <p:nvSpPr>
          <p:cNvPr id="90" name="evidence-card-2-divider">
            <a:extLst xmlns:a="http://schemas.openxmlformats.org/drawingml/2006/main">
              <a:ext uri="{FF2B5EF4-FFF2-40B4-BE49-F238E27FC236}">
                <a16:creationId xmlns:a16="http://schemas.microsoft.com/office/drawing/2014/main" id="{0BE6A781-EAB4-4934-A7B6-DBF3944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1" name="editable:component:P05_evidence_ladder:item.2.source">
            <a:extLst xmlns:a="http://schemas.openxmlformats.org/drawingml/2006/main">
              <a:ext uri="{FF2B5EF4-FFF2-40B4-BE49-F238E27FC236}">
                <a16:creationId xmlns:a16="http://schemas.microsoft.com/office/drawing/2014/main" id="{A665249D-9DD7-41EB-98E0-3751CE7F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内容确认哈希</a:t>
            </a:r>
          </a:p>
        </p:txBody>
      </p:sp>
      <p:sp>
        <p:nvSpPr>
          <p:cNvPr id="92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11D1878C-250A-453F-8C91-E5127E28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3" name="evidence-card-3-accent">
            <a:extLst xmlns:a="http://schemas.openxmlformats.org/drawingml/2006/main">
              <a:ext uri="{FF2B5EF4-FFF2-40B4-BE49-F238E27FC236}">
                <a16:creationId xmlns:a16="http://schemas.microsoft.com/office/drawing/2014/main" id="{FB1F6BA1-6196-4FA8-93E5-817560EE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94" name="editable:component:P05_evidence_ladder:item.3.metric">
            <a:extLst xmlns:a="http://schemas.openxmlformats.org/drawingml/2006/main">
              <a:ext uri="{FF2B5EF4-FFF2-40B4-BE49-F238E27FC236}">
                <a16:creationId xmlns:a16="http://schemas.microsoft.com/office/drawing/2014/main" id="{056A8BED-11C8-4580-8EBC-EF44CD98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7A52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57A52"/>
                </a:solidFill>
              </a:rPr>
              <a:t>03</a:t>
            </a:r>
          </a:p>
        </p:txBody>
      </p:sp>
      <p:sp>
        <p:nvSpPr>
          <p:cNvPr id="95" name="editable:component:P05_evidence_ladder:item.3.label">
            <a:extLst xmlns:a="http://schemas.openxmlformats.org/drawingml/2006/main">
              <a:ext uri="{FF2B5EF4-FFF2-40B4-BE49-F238E27FC236}">
                <a16:creationId xmlns:a16="http://schemas.microsoft.com/office/drawing/2014/main" id="{70130A84-42A3-436A-BD39-AAF9AFD8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视觉版本</a:t>
            </a:r>
          </a:p>
        </p:txBody>
      </p:sp>
      <p:sp>
        <p:nvSpPr>
          <p:cNvPr id="96" name="evidence-card-3-divider">
            <a:extLst xmlns:a="http://schemas.openxmlformats.org/drawingml/2006/main">
              <a:ext uri="{FF2B5EF4-FFF2-40B4-BE49-F238E27FC236}">
                <a16:creationId xmlns:a16="http://schemas.microsoft.com/office/drawing/2014/main" id="{4042D21B-204D-4DC7-B1D9-A42E53E5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7" name="editable:component:P05_evidence_ladder:item.3.source">
            <a:extLst xmlns:a="http://schemas.openxmlformats.org/drawingml/2006/main">
              <a:ext uri="{FF2B5EF4-FFF2-40B4-BE49-F238E27FC236}">
                <a16:creationId xmlns:a16="http://schemas.microsoft.com/office/drawing/2014/main" id="{1FB845A3-F0E8-404F-BAE5-CF692B57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视觉确认哈希</a:t>
            </a:r>
          </a:p>
        </p:txBody>
      </p:sp>
    </p:spTree>
    <p:extLst>
      <p:ext uri="{BB962C8B-B14F-4D97-AF65-F5344CB8AC3E}">
        <p14:creationId xmlns:p14="http://schemas.microsoft.com/office/powerpoint/2010/main" val="12054636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bg-chrome">
            <a:extLst xmlns:a="http://schemas.openxmlformats.org/drawingml/2006/main">
              <a:ext uri="{FF2B5EF4-FFF2-40B4-BE49-F238E27FC236}">
                <a16:creationId xmlns:a16="http://schemas.microsoft.com/office/drawing/2014/main" id="{EE854A50-9567-475B-A8F0-2B5AEC6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50EE079E-46A6-47B2-AD68-9836075B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159BCEED-49CA-420B-ABC3-02F092DF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D7296637-D4FB-4168-855E-FFB3466A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2311DBF8-857A-47F0-809D-11051418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423B500F-E85C-4424-83CB-427F317C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8FD197AD-FAAE-46B2-B02B-879EC28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020CFEC1-03BE-48FB-B367-C8022E12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05AE851D-04D5-49DE-B4A8-DDD12C05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EC5A6156-0ED4-4DFA-B937-4AD65CAC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B57AED37-4DE4-4A0D-BF7E-4A1A4EFB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D75742E5-465E-4EDF-B57D-E05DB5A9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795A48C0-DA8A-450C-92F8-9B776150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68276A84-87DB-4D00-9F47-D9F7FD1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4133CC5D-606D-4954-8B54-79129B14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D73BD258-3801-42E1-8ED3-0DA183C9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FCF9D3AB-7864-4DE0-953E-4824A4D0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DAEA6E05-2A26-4FB8-909A-6DE56411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59FAB0CB-AFC1-4AB2-AE51-47C9B1E3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F38D9083-0850-4B19-960A-EC39C7AA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8A4DB94C-B201-4976-8ADB-776B6FC1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1C788098-E817-4408-AEFD-D85EA590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BBA62EDD-FBD8-47DE-AFE5-3921B315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3A3E4CD3-3E11-4576-A833-D00314E8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56310FA8-984F-4C56-A4AC-BA20B833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1581269B-C366-4B41-BA0B-239BEB9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2A7B26DC-9800-44F0-8D3B-2CB441E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43AC795E-581D-4B11-99E7-ECF4F831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C86F77FB-515B-4354-88EB-7C1B3C6F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0CD253F8-D572-44A8-A5D6-7C3A84E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7E419140-F44D-4CBE-B56B-A73EA735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EF66508D-ADD2-4E9C-A4C1-C9BA37E3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7C9767BB-34C2-421C-A38D-77C58C7A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B8ACA5EA-DE87-4078-BB64-4F38DC35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A678A94B-4B51-49DF-8C07-B22F7BB7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B4C7723E-4588-40DF-A9CC-B341D52B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9CB3A183-8C61-4735-82E6-C2F93582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8C2F29D4-4552-4698-945A-E9692D17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1DC351FE-A898-4AF6-A4A9-764AB048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39C5A9C8-33DB-456B-8408-E7CFCA0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533C8D96-4C60-422B-BE18-27D80BA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26450131-6C9B-49CF-96A9-F1F1FF56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D3954491-0487-4CC8-8DFB-D3CDE335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EC5AA116-3B78-4C21-90F3-A39A305F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9256BDDF-4B4C-411C-9164-54AE621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89D9A758-AE40-4E84-A00C-9E9AF0EA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F816BF23-477C-409E-B112-16FD77B8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9215C003-EC54-497B-A781-212C5F8C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179A8C6B-FFCD-4D87-9945-6CA8973D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B0157CBA-B655-4380-BFD3-C01FD975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369821FA-EE2A-4AAF-B6BF-4805C685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E6D3E2C6-1426-4B05-8BC8-4E22D723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74910952-D9E2-45F5-9C3F-4A171C1D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C3B97EA9-E6CB-4B1F-BDDE-5FAC792F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030997EE-4DFD-402A-A490-FBC95B90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439B9DC8-9CC9-4E21-B456-B8C64373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E820BCBE-7EAD-4798-B0A1-073FED7E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2B3AFAE0-4324-42B5-9041-36F7512D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1670EB35-A977-4792-B956-54C3157E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9AD97B0B-2D3C-4D0E-B712-9FD4A19D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E2BAB962-6E2C-442A-8B23-2EA2614C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57254902-5989-420F-99B2-1F3411E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DE2A64ED-28E3-4B77-8223-2DA86F75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AAAACD17-6410-4B58-AF28-12732237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579CF2C1-DA2E-4DB6-BE8B-ED4B3770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530322FB-EA42-4798-8ECB-2D24EF74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A0B72189-89AE-436E-900F-AEA9F79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EAD237A9-65F0-43FA-A2BB-B302C731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140197BF-91F8-454C-B328-B1C16D3E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1C95DC8C-294F-4AC7-9274-A1D41CE9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C04FF9E0-DD4B-458E-9D70-2D250CE5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EFD0673C-D1E4-4F83-92E5-31E1A737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5F11A7D8-C153-4611-AE2C-64E2E6AF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B44895A8-9680-4006-89CB-30D65CD3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00C7BD65-06B7-4EF2-8ABF-2C4CF43D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6_objection_handling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DC0CAFE9-D15C-47B7-A00A-5B20C91F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6_objection_handling:chapter">
            <a:extLst xmlns:a="http://schemas.openxmlformats.org/drawingml/2006/main">
              <a:ext uri="{FF2B5EF4-FFF2-40B4-BE49-F238E27FC236}">
                <a16:creationId xmlns:a16="http://schemas.microsoft.com/office/drawing/2014/main" id="{426A1D75-905C-4ABE-8EED-4E9EEF34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新增页签 · 异议与升级</a:t>
            </a:r>
          </a:p>
        </p:txBody>
      </p:sp>
      <p:sp>
        <p:nvSpPr>
          <p:cNvPr id="78" name="editable:component:P06_objection_handling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87F8E09C-CC40-4ADB-9E2D-966DF4D6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objection-table">
            <a:extLst xmlns:a="http://schemas.openxmlformats.org/drawingml/2006/main">
              <a:ext uri="{FF2B5EF4-FFF2-40B4-BE49-F238E27FC236}">
                <a16:creationId xmlns:a16="http://schemas.microsoft.com/office/drawing/2014/main" id="{13636166-756C-4FA0-9AF8-FE626CC9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editable:component:P06_objection_handling:row.1.objection__pill">
            <a:extLst xmlns:a="http://schemas.openxmlformats.org/drawingml/2006/main">
              <a:ext uri="{FF2B5EF4-FFF2-40B4-BE49-F238E27FC236}">
                <a16:creationId xmlns:a16="http://schemas.microsoft.com/office/drawing/2014/main" id="{D827DBA8-0CE2-4F71-B489-B0A9BC3C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1943100"/>
            <a:ext cx="2095500" cy="1797050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1" name="editable:component:P06_objection_handling:row.1.objection">
            <a:extLst xmlns:a="http://schemas.openxmlformats.org/drawingml/2006/main">
              <a:ext uri="{FF2B5EF4-FFF2-40B4-BE49-F238E27FC236}">
                <a16:creationId xmlns:a16="http://schemas.microsoft.com/office/drawing/2014/main" id="{94383068-C71C-40E1-B57C-F2E66CBF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841500" cy="168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为什么不能直接替换一页？</a:t>
            </a:r>
          </a:p>
        </p:txBody>
      </p:sp>
      <p:sp>
        <p:nvSpPr>
          <p:cNvPr id="82" name="editable:component:P06_objection_handling:row.1.response">
            <a:extLst xmlns:a="http://schemas.openxmlformats.org/drawingml/2006/main">
              <a:ext uri="{FF2B5EF4-FFF2-40B4-BE49-F238E27FC236}">
                <a16:creationId xmlns:a16="http://schemas.microsoft.com/office/drawing/2014/main" id="{554E10F0-5488-4C87-99A3-1B18E73F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981200"/>
            <a:ext cx="4381500" cy="172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44A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先确认修改范围，再更新对应记录。</a:t>
            </a:r>
          </a:p>
        </p:txBody>
      </p:sp>
      <p:sp>
        <p:nvSpPr>
          <p:cNvPr id="83" name="objection-boundary-1">
            <a:extLst xmlns:a="http://schemas.openxmlformats.org/drawingml/2006/main">
              <a:ext uri="{FF2B5EF4-FFF2-40B4-BE49-F238E27FC236}">
                <a16:creationId xmlns:a16="http://schemas.microsoft.com/office/drawing/2014/main" id="{79FACB14-47E3-4630-8466-5246D31F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943100"/>
            <a:ext cx="2984500" cy="1797050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4" name="objection-boundary-1-rail">
            <a:extLst xmlns:a="http://schemas.openxmlformats.org/drawingml/2006/main">
              <a:ext uri="{FF2B5EF4-FFF2-40B4-BE49-F238E27FC236}">
                <a16:creationId xmlns:a16="http://schemas.microsoft.com/office/drawing/2014/main" id="{9574AE39-CA3F-4D6C-8312-0EAB8E32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0510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5" name="editable:component:P06_objection_handling:row.1.boundary">
            <a:extLst xmlns:a="http://schemas.openxmlformats.org/drawingml/2006/main">
              <a:ext uri="{FF2B5EF4-FFF2-40B4-BE49-F238E27FC236}">
                <a16:creationId xmlns:a16="http://schemas.microsoft.com/office/drawing/2014/main" id="{EE88CAF8-A6AB-4EB7-9600-E9096F8A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93900"/>
            <a:ext cx="247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557C"/>
                </a:solidFill>
              </a:defRPr>
            </a:pPr>
            <a:r>
              <a:rPr sz="11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未确认的修改不得进入交付版本。</a:t>
            </a:r>
          </a:p>
        </p:txBody>
      </p:sp>
      <p:sp>
        <p:nvSpPr>
          <p:cNvPr id="86" name="objection-row-2-divider">
            <a:extLst xmlns:a="http://schemas.openxmlformats.org/drawingml/2006/main">
              <a:ext uri="{FF2B5EF4-FFF2-40B4-BE49-F238E27FC236}">
                <a16:creationId xmlns:a16="http://schemas.microsoft.com/office/drawing/2014/main" id="{91B5A740-007D-4524-B8F9-E36D1A8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39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7" name="editable:component:P06_objection_handling:row.2.objection__pill">
            <a:extLst xmlns:a="http://schemas.openxmlformats.org/drawingml/2006/main">
              <a:ext uri="{FF2B5EF4-FFF2-40B4-BE49-F238E27FC236}">
                <a16:creationId xmlns:a16="http://schemas.microsoft.com/office/drawing/2014/main" id="{E9924A5A-F23B-4562-BE93-3E235C40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4006850"/>
            <a:ext cx="2095500" cy="1797050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8" name="editable:component:P06_objection_handling:row.2.objection">
            <a:extLst xmlns:a="http://schemas.openxmlformats.org/drawingml/2006/main">
              <a:ext uri="{FF2B5EF4-FFF2-40B4-BE49-F238E27FC236}">
                <a16:creationId xmlns:a16="http://schemas.microsoft.com/office/drawing/2014/main" id="{630864E9-E9E9-47A9-920F-BE77DEF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4000"/>
            <a:ext cx="1841500" cy="168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来源暂时找不到怎么办？</a:t>
            </a:r>
          </a:p>
        </p:txBody>
      </p:sp>
      <p:sp>
        <p:nvSpPr>
          <p:cNvPr id="89" name="editable:component:P06_objection_handling:row.2.response">
            <a:extLst xmlns:a="http://schemas.openxmlformats.org/drawingml/2006/main">
              <a:ext uri="{FF2B5EF4-FFF2-40B4-BE49-F238E27FC236}">
                <a16:creationId xmlns:a16="http://schemas.microsoft.com/office/drawing/2014/main" id="{1AD93A5E-C167-4301-BDED-9A87DD23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4044950"/>
            <a:ext cx="4381500" cy="172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44A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记录缺口并暂停使用该项信息。</a:t>
            </a:r>
          </a:p>
        </p:txBody>
      </p:sp>
      <p:sp>
        <p:nvSpPr>
          <p:cNvPr id="90" name="objection-boundary-2">
            <a:extLst xmlns:a="http://schemas.openxmlformats.org/drawingml/2006/main">
              <a:ext uri="{FF2B5EF4-FFF2-40B4-BE49-F238E27FC236}">
                <a16:creationId xmlns:a16="http://schemas.microsoft.com/office/drawing/2014/main" id="{5B1696DB-71C2-4B53-9F89-F90C7F09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006850"/>
            <a:ext cx="2984500" cy="1797050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1" name="objection-boundary-2-rail">
            <a:extLst xmlns:a="http://schemas.openxmlformats.org/drawingml/2006/main">
              <a:ext uri="{FF2B5EF4-FFF2-40B4-BE49-F238E27FC236}">
                <a16:creationId xmlns:a16="http://schemas.microsoft.com/office/drawing/2014/main" id="{E75F7AD7-D4EF-4A42-8B2C-BF939023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41148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92" name="editable:component:P06_objection_handling:row.2.boundary">
            <a:extLst xmlns:a="http://schemas.openxmlformats.org/drawingml/2006/main">
              <a:ext uri="{FF2B5EF4-FFF2-40B4-BE49-F238E27FC236}">
                <a16:creationId xmlns:a16="http://schemas.microsoft.com/office/drawing/2014/main" id="{552D0737-67EE-4830-A8C8-CDC8085A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47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557C"/>
                </a:solidFill>
              </a:defRPr>
            </a:pPr>
            <a:r>
              <a:rPr sz="11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来源补齐并确认后才能恢复。</a:t>
            </a:r>
          </a:p>
        </p:txBody>
      </p:sp>
    </p:spTree>
    <p:extLst>
      <p:ext uri="{BB962C8B-B14F-4D97-AF65-F5344CB8AC3E}">
        <p14:creationId xmlns:p14="http://schemas.microsoft.com/office/powerpoint/2010/main" val="20160534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bg-chrome">
            <a:extLst xmlns:a="http://schemas.openxmlformats.org/drawingml/2006/main">
              <a:ext uri="{FF2B5EF4-FFF2-40B4-BE49-F238E27FC236}">
                <a16:creationId xmlns:a16="http://schemas.microsoft.com/office/drawing/2014/main" id="{DF5731C8-5F9D-4933-80F3-92EFC527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CFF5F0C6-9554-408E-A0BC-13732470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8907D38B-CB89-4B23-9796-2B4F8CE5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C2D1B5FB-BC5B-4021-858F-C8AB7469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3EF1255E-4D97-499D-8290-FD2FA5B4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03D18735-53C9-493E-9F35-D7811ED1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D55BDB7C-140F-447D-9D58-E9C6AAD5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93994B6D-D491-4B5A-AE13-37970F1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594CF6EF-D9D4-41F6-8706-9FAAC6FC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038F15D4-05FB-42B2-B2CB-9DDA6716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1FEE3906-53F7-4163-9A16-A8E840AD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AB06DA49-3678-41C3-BB4A-17A9B8DB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5E351324-4FE2-40CA-833E-BA7EE415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E6082C22-4AFF-4AC6-BC76-4CFAB213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377E4F26-B78A-4061-88DC-9AA438D1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5ED22F03-D111-4658-9D48-0C8D7E70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B371C51D-6F32-4A35-A996-D8C17A53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EAEEE76D-C090-4DC4-AFB5-889E710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7D0E53B0-6813-4445-97C9-E8E1AD3E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B0A70672-758E-4C40-A556-CACF8FF1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E65FEEF2-26C3-415C-8629-D310229A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2F35CE8F-27E0-434A-8B53-471CFC0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DD073317-8220-4BB1-ACBD-8814167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8BCAF02F-5C44-440E-BDB1-0F313F90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CB15ED56-72D3-4645-8B29-8DCA36F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515A84F9-9C6D-4D5A-B7D5-AC7420F2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CCFE42E6-60B1-4A94-A88D-AF2EED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A52C37AB-BC5D-42D1-9B21-DF3ED7C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1A54F1D4-2298-448E-BA88-317BE59D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CE1BE449-B08B-44AD-B347-D128735E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F09B5EA7-E69C-4094-8A38-5970353B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B84A394E-A202-4D21-8FD2-17593874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9BBFFE03-A469-46DA-A62E-3FFD0FA1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A6567434-E174-4C0D-BB32-DD611234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58A2FFDC-E0D6-48D0-86D1-76BE396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FD25C2EA-4430-4A5F-A522-DDBF60C8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E8E78957-D951-4D5B-9089-888F65D7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78EAB2D1-BA84-45BC-83DB-0A4113D3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5CBCC144-5674-49E1-9C90-EFE558DE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032CBE3F-6E02-43F5-9E66-9666DD1B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98DACA76-4FA1-4D42-B473-B1E8A035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BAA97F9B-8242-478E-BC99-A607309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3F77E4D4-CAB6-4A9D-B868-5EEC006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68635C22-E74B-407B-89BF-9D7C998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F48AE9C4-5B86-4E90-ADEE-AA9C621D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DC62D5CD-1BFB-45AF-B864-96B3EE34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F7C4A31B-EFFB-4924-A564-B0927642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941066D3-91E3-4EE4-9C70-6E1B2FA1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73AB657A-BFB5-4377-BC75-2FA922F4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7DA63FEF-F369-4041-AF5E-1E41DA2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F52C8916-14AD-4141-996D-EDF8E097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7F8E3F95-B999-462D-A742-C736027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B76BD72D-7240-4EEF-929A-251E8EEF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B6829129-93C2-4667-996C-9F354EC2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044364CD-5F31-40DB-8AA2-9F13EA52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43369332-F084-4C45-B07C-D45CC063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87B78F06-E32E-4B63-A333-4C4E4D22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BA3CE60E-FFB0-4D60-9D91-AE567690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98B88391-6C94-47CE-BD79-D6AAAA3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7CA98194-163D-4881-9CFF-1EF78842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47266637-8E5C-4BE3-87FD-E6AF1DA1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99CEAEEA-6304-49AC-8A58-9A45E92D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8A6E9EF5-7B12-4037-8B27-5CE75F4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B9018C13-E0E9-4127-A4F5-14AC0FE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2C2FE265-7B04-4373-9052-12FC4146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6A72B322-B026-4D4E-B9F9-AB6E7373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AAF492A8-06AD-46B8-AFB8-889F94A1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34730484-9A42-422A-9887-F9654AC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2DBDC2DC-E9F7-4979-A625-B8A293B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763590CA-9220-4E5F-8DC9-7B40232D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9509F35B-A0DD-4DC4-86E4-26A5CCCB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1B05B2ED-2FC8-431A-A3B6-1252A9CD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19A6C34D-D514-4BA4-921A-1D709BF7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E24218B0-7292-4873-AA81-0479C468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6145A2A3-EB08-40FE-A9CF-BA15A56E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7_summary_matrix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9F7FCEFF-3CC3-40C7-92A5-3A69FB50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7_summary_matrix:chapter">
            <a:extLst xmlns:a="http://schemas.openxmlformats.org/drawingml/2006/main">
              <a:ext uri="{FF2B5EF4-FFF2-40B4-BE49-F238E27FC236}">
                <a16:creationId xmlns:a16="http://schemas.microsoft.com/office/drawing/2014/main" id="{A0BE2A1E-D817-4CF0-A89A-A53DFC6C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核验闭环回顾</a:t>
            </a:r>
          </a:p>
        </p:txBody>
      </p:sp>
      <p:sp>
        <p:nvSpPr>
          <p:cNvPr id="78" name="editable:component:P07_summary_matrix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457D3AB4-1678-4345-AB69-5CFF2413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eff-table">
            <a:extLst xmlns:a="http://schemas.openxmlformats.org/drawingml/2006/main">
              <a:ext uri="{FF2B5EF4-FFF2-40B4-BE49-F238E27FC236}">
                <a16:creationId xmlns:a16="http://schemas.microsoft.com/office/drawing/2014/main" id="{C69EA92A-BABE-4EFF-B4D3-8C1B3742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397000"/>
            <a:ext cx="101600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0" name="eff-vdiv-0">
            <a:extLst xmlns:a="http://schemas.openxmlformats.org/drawingml/2006/main">
              <a:ext uri="{FF2B5EF4-FFF2-40B4-BE49-F238E27FC236}">
                <a16:creationId xmlns:a16="http://schemas.microsoft.com/office/drawing/2014/main" id="{864D3279-9EDD-4C40-9906-9BA76914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1422400"/>
            <a:ext cx="127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1" name="editable:component:P07_summary_matrix:row.1.chevron">
            <a:extLst xmlns:a="http://schemas.openxmlformats.org/drawingml/2006/main">
              <a:ext uri="{FF2B5EF4-FFF2-40B4-BE49-F238E27FC236}">
                <a16:creationId xmlns:a16="http://schemas.microsoft.com/office/drawing/2014/main" id="{5572392B-FD67-41DD-8AA1-F3496593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18288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82" name="editable:component:P07_summary_matrix:row.1.label">
            <a:extLst xmlns:a="http://schemas.openxmlformats.org/drawingml/2006/main">
              <a:ext uri="{FF2B5EF4-FFF2-40B4-BE49-F238E27FC236}">
                <a16:creationId xmlns:a16="http://schemas.microsoft.com/office/drawing/2014/main" id="{41FCCFAC-EDCF-441E-AC99-14C5EDF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473200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识别</a:t>
            </a:r>
          </a:p>
        </p:txBody>
      </p:sp>
      <p:sp>
        <p:nvSpPr>
          <p:cNvPr id="83" name="editable:component:P07_summary_matrix:row.1.body">
            <a:extLst xmlns:a="http://schemas.openxmlformats.org/drawingml/2006/main">
              <a:ext uri="{FF2B5EF4-FFF2-40B4-BE49-F238E27FC236}">
                <a16:creationId xmlns:a16="http://schemas.microsoft.com/office/drawing/2014/main" id="{E00F1404-0F21-4C12-A889-4657F977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1473200"/>
            <a:ext cx="698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核对对象、编号与版本</a:t>
            </a:r>
          </a:p>
        </p:txBody>
      </p:sp>
      <p:sp>
        <p:nvSpPr>
          <p:cNvPr id="84" name="eff-div-1">
            <a:extLst xmlns:a="http://schemas.openxmlformats.org/drawingml/2006/main">
              <a:ext uri="{FF2B5EF4-FFF2-40B4-BE49-F238E27FC236}">
                <a16:creationId xmlns:a16="http://schemas.microsoft.com/office/drawing/2014/main" id="{6D7DFF79-644D-402F-856E-1B4EE77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533650"/>
            <a:ext cx="1010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5" name="eff-vdiv-1">
            <a:extLst xmlns:a="http://schemas.openxmlformats.org/drawingml/2006/main">
              <a:ext uri="{FF2B5EF4-FFF2-40B4-BE49-F238E27FC236}">
                <a16:creationId xmlns:a16="http://schemas.microsoft.com/office/drawing/2014/main" id="{E9B9E9FD-D0F1-4FB0-876B-E3F12395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2565400"/>
            <a:ext cx="127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6" name="editable:component:P07_summary_matrix:row.2.chevron">
            <a:extLst xmlns:a="http://schemas.openxmlformats.org/drawingml/2006/main">
              <a:ext uri="{FF2B5EF4-FFF2-40B4-BE49-F238E27FC236}">
                <a16:creationId xmlns:a16="http://schemas.microsoft.com/office/drawing/2014/main" id="{3A786EB6-9F33-49BE-8B65-F8C76969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29718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87" name="editable:component:P07_summary_matrix:row.2.label">
            <a:extLst xmlns:a="http://schemas.openxmlformats.org/drawingml/2006/main">
              <a:ext uri="{FF2B5EF4-FFF2-40B4-BE49-F238E27FC236}">
                <a16:creationId xmlns:a16="http://schemas.microsoft.com/office/drawing/2014/main" id="{22BB7B6C-A5FF-4EAF-913C-C38F88E2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616200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确认</a:t>
            </a:r>
          </a:p>
        </p:txBody>
      </p:sp>
      <p:sp>
        <p:nvSpPr>
          <p:cNvPr id="88" name="editable:component:P07_summary_matrix:row.2.body">
            <a:extLst xmlns:a="http://schemas.openxmlformats.org/drawingml/2006/main">
              <a:ext uri="{FF2B5EF4-FFF2-40B4-BE49-F238E27FC236}">
                <a16:creationId xmlns:a16="http://schemas.microsoft.com/office/drawing/2014/main" id="{684E3940-1ECF-4E6F-97D1-B3E7BB0B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2616200"/>
            <a:ext cx="698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核对内容、视觉与包装记录</a:t>
            </a:r>
          </a:p>
        </p:txBody>
      </p:sp>
      <p:sp>
        <p:nvSpPr>
          <p:cNvPr id="89" name="eff-div-2">
            <a:extLst xmlns:a="http://schemas.openxmlformats.org/drawingml/2006/main">
              <a:ext uri="{FF2B5EF4-FFF2-40B4-BE49-F238E27FC236}">
                <a16:creationId xmlns:a16="http://schemas.microsoft.com/office/drawing/2014/main" id="{275129E4-68D4-4740-A7AD-20806E48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676650"/>
            <a:ext cx="1010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90" name="eff-vdiv-2">
            <a:extLst xmlns:a="http://schemas.openxmlformats.org/drawingml/2006/main">
              <a:ext uri="{FF2B5EF4-FFF2-40B4-BE49-F238E27FC236}">
                <a16:creationId xmlns:a16="http://schemas.microsoft.com/office/drawing/2014/main" id="{006E98A9-3D79-4656-9B95-CD460E9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3708400"/>
            <a:ext cx="127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91" name="editable:component:P07_summary_matrix:row.3.chevron">
            <a:extLst xmlns:a="http://schemas.openxmlformats.org/drawingml/2006/main">
              <a:ext uri="{FF2B5EF4-FFF2-40B4-BE49-F238E27FC236}">
                <a16:creationId xmlns:a16="http://schemas.microsoft.com/office/drawing/2014/main" id="{535CB755-F0B8-4BE5-8ABE-3CF1901E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41148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92" name="editable:component:P07_summary_matrix:row.3.label">
            <a:extLst xmlns:a="http://schemas.openxmlformats.org/drawingml/2006/main">
              <a:ext uri="{FF2B5EF4-FFF2-40B4-BE49-F238E27FC236}">
                <a16:creationId xmlns:a16="http://schemas.microsoft.com/office/drawing/2014/main" id="{7C7612EC-6AAF-48A5-949B-32BDD51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759200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留痕</a:t>
            </a:r>
          </a:p>
        </p:txBody>
      </p:sp>
      <p:sp>
        <p:nvSpPr>
          <p:cNvPr id="93" name="editable:component:P07_summary_matrix:row.3.body">
            <a:extLst xmlns:a="http://schemas.openxmlformats.org/drawingml/2006/main">
              <a:ext uri="{FF2B5EF4-FFF2-40B4-BE49-F238E27FC236}">
                <a16:creationId xmlns:a16="http://schemas.microsoft.com/office/drawing/2014/main" id="{52808EE1-B7F6-4180-93E2-8965DE8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3759200"/>
            <a:ext cx="698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保存批准人与哈希结果</a:t>
            </a:r>
          </a:p>
        </p:txBody>
      </p:sp>
      <p:sp>
        <p:nvSpPr>
          <p:cNvPr id="94" name="eff-div-3">
            <a:extLst xmlns:a="http://schemas.openxmlformats.org/drawingml/2006/main">
              <a:ext uri="{FF2B5EF4-FFF2-40B4-BE49-F238E27FC236}">
                <a16:creationId xmlns:a16="http://schemas.microsoft.com/office/drawing/2014/main" id="{C9C5E181-2294-4932-9BB4-6230A2ED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819650"/>
            <a:ext cx="1010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95" name="eff-vdiv-3">
            <a:extLst xmlns:a="http://schemas.openxmlformats.org/drawingml/2006/main">
              <a:ext uri="{FF2B5EF4-FFF2-40B4-BE49-F238E27FC236}">
                <a16:creationId xmlns:a16="http://schemas.microsoft.com/office/drawing/2014/main" id="{BD29119D-4AA3-47A7-B256-75FA2D60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4851400"/>
            <a:ext cx="12700" cy="109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96" name="editable:component:P07_summary_matrix:row.4.chevron">
            <a:extLst xmlns:a="http://schemas.openxmlformats.org/drawingml/2006/main">
              <a:ext uri="{FF2B5EF4-FFF2-40B4-BE49-F238E27FC236}">
                <a16:creationId xmlns:a16="http://schemas.microsoft.com/office/drawing/2014/main" id="{B66407C3-6143-47D7-92CE-8D2B40DF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52578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97" name="editable:component:P07_summary_matrix:row.4.label">
            <a:extLst xmlns:a="http://schemas.openxmlformats.org/drawingml/2006/main">
              <a:ext uri="{FF2B5EF4-FFF2-40B4-BE49-F238E27FC236}">
                <a16:creationId xmlns:a16="http://schemas.microsoft.com/office/drawing/2014/main" id="{5976975F-9271-4491-AFFA-82FA0C00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902200"/>
            <a:ext cx="190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升级</a:t>
            </a:r>
          </a:p>
        </p:txBody>
      </p:sp>
      <p:sp>
        <p:nvSpPr>
          <p:cNvPr id="98" name="editable:component:P07_summary_matrix:row.4.body">
            <a:extLst xmlns:a="http://schemas.openxmlformats.org/drawingml/2006/main">
              <a:ext uri="{FF2B5EF4-FFF2-40B4-BE49-F238E27FC236}">
                <a16:creationId xmlns:a16="http://schemas.microsoft.com/office/drawing/2014/main" id="{FF07AE95-2202-4954-9211-1DEC18A7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4902200"/>
            <a:ext cx="698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发现不一致时暂停并反馈</a:t>
            </a:r>
          </a:p>
        </p:txBody>
      </p:sp>
    </p:spTree>
    <p:extLst>
      <p:ext uri="{BB962C8B-B14F-4D97-AF65-F5344CB8AC3E}">
        <p14:creationId xmlns:p14="http://schemas.microsoft.com/office/powerpoint/2010/main" val="1957208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2026-08-09T16:12:36.9510000Z</dcterms:created>
  <dcterms:modified xsi:type="dcterms:W3CDTF">2026-08-09T16:12:36.9510000Z</dcterms:modified>
</coreProperties>
</file>