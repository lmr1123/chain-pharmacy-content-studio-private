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ae4e5cac04907" /><Relationship Type="http://schemas.openxmlformats.org/officeDocument/2006/relationships/extended-properties" Target="/docProps/app.xml" Id="Rd23a50944aad4d24" /><Relationship Type="http://schemas.openxmlformats.org/officeDocument/2006/relationships/officeDocument" Target="/ppt/presentation.xml" Id="R212df592677546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01627e5684831"/>
  </p:sldMasterIdLst>
  <p:notesMasterIdLst>
    <p:notesMasterId xmlns:r="http://schemas.openxmlformats.org/officeDocument/2006/relationships" r:id="Re103980e3e86424d"/>
  </p:notesMasterIdLst>
  <p:sldIdLst>
    <p:sldId xmlns:r="http://schemas.openxmlformats.org/officeDocument/2006/relationships" id="256" r:id="R85bbd1165d294f47"/>
    <p:sldId xmlns:r="http://schemas.openxmlformats.org/officeDocument/2006/relationships" id="257" r:id="R5b65835024714d94"/>
    <p:sldId xmlns:r="http://schemas.openxmlformats.org/officeDocument/2006/relationships" id="258" r:id="R34f85951b3da44f7"/>
    <p:sldId xmlns:r="http://schemas.openxmlformats.org/officeDocument/2006/relationships" id="259" r:id="R469605a4b2034dca"/>
    <p:sldId xmlns:r="http://schemas.openxmlformats.org/officeDocument/2006/relationships" id="260" r:id="R63b7afb117174ecc"/>
    <p:sldId xmlns:r="http://schemas.openxmlformats.org/officeDocument/2006/relationships" id="261" r:id="R4868b32a2dfe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ebc1b98114b3c" /><Relationship Type="http://schemas.openxmlformats.org/officeDocument/2006/relationships/slideMaster" Target="/ppt/slideMasters/slideMaster1.xml" Id="R38f01627e5684831" /><Relationship Type="http://schemas.openxmlformats.org/officeDocument/2006/relationships/notesMaster" Target="/ppt/notesMasters/notesMaster1.xml" Id="Re103980e3e86424d" /><Relationship Type="http://schemas.openxmlformats.org/officeDocument/2006/relationships/presProps" Target="/ppt/presProps.xml" Id="Rbf23e1a72a0742b9" /><Relationship Type="http://schemas.openxmlformats.org/officeDocument/2006/relationships/tableStyles" Target="/ppt/tableStyles.xml" Id="R4a1af0ba767a4e84" /><Relationship Type="http://schemas.openxmlformats.org/officeDocument/2006/relationships/slide" Target="/ppt/slides/slide1.xml" Id="R85bbd1165d294f47" /><Relationship Type="http://schemas.openxmlformats.org/officeDocument/2006/relationships/slide" Target="/ppt/slides/slide2.xml" Id="R5b65835024714d94" /><Relationship Type="http://schemas.openxmlformats.org/officeDocument/2006/relationships/slide" Target="/ppt/slides/slide3.xml" Id="R34f85951b3da44f7" /><Relationship Type="http://schemas.openxmlformats.org/officeDocument/2006/relationships/slide" Target="/ppt/slides/slide4.xml" Id="R469605a4b2034dca" /><Relationship Type="http://schemas.openxmlformats.org/officeDocument/2006/relationships/slide" Target="/ppt/slides/slide5.xml" Id="R63b7afb117174ecc" /><Relationship Type="http://schemas.openxmlformats.org/officeDocument/2006/relationships/slide" Target="/ppt/slides/slide6.xml" Id="R4868b32a2dfe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36a1c0d9c040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476252366d4120" /><Relationship Type="http://schemas.openxmlformats.org/officeDocument/2006/relationships/notesMaster" Target="/ppt/notesMasters/notesMaster1.xml" Id="Rb180c1d61f2e41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fcba77bef34e0b" /><Relationship Type="http://schemas.openxmlformats.org/officeDocument/2006/relationships/notesMaster" Target="/ppt/notesMasters/notesMaster1.xml" Id="R88cbd0c8e9f8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1a81356884f3a" /><Relationship Type="http://schemas.openxmlformats.org/officeDocument/2006/relationships/notesMaster" Target="/ppt/notesMasters/notesMaster1.xml" Id="Rcb30bd195239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9471e8b794413" /><Relationship Type="http://schemas.openxmlformats.org/officeDocument/2006/relationships/notesMaster" Target="/ppt/notesMasters/notesMaster1.xml" Id="R678f8276e63d42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fdb14a8dc43d8" /><Relationship Type="http://schemas.openxmlformats.org/officeDocument/2006/relationships/notesMaster" Target="/ppt/notesMasters/notesMaster1.xml" Id="R581c5680a2d043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159cefe78c4415" /><Relationship Type="http://schemas.openxmlformats.org/officeDocument/2006/relationships/notesMaster" Target="/ppt/notesMasters/notesMaster1.xml" Id="Rc5cf2115f3a64a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P01_courseware_cover (cover)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P02_hook_pain_data (hook_pain_data)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P03_evidence_ladder (evidence_ladder)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P04_product_overview (product_overview)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P05_objection_handling (objection_handling)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content-model: outputs/workbuddy-workspaces/uat/jobs/uat-component-suite-b-20260810-r4/workspace/render/content-model.json</a:t>
            </a:r>
          </a:p>
          <a:p xmlns:a="http://schemas.openxmlformats.org/drawingml/2006/main">
            <a:r>
              <a:t>- scene: P06_summary_matrix (efficacy_recap_table)</a:t>
            </a:r>
          </a:p>
          <a:p xmlns:a="http://schemas.openxmlformats.org/drawingml/2006/main">
            <a:r>
              <a:t>- layer: generator_m4</a:t>
            </a:r>
          </a:p>
          <a:p xmlns:a="http://schemas.openxmlformats.org/drawingml/2006/main">
            <a:r>
              <a:t>- font: Microsoft YaHei</a:t>
            </a:r>
          </a:p>
          <a:p xmlns:a="http://schemas.openxmlformats.org/drawingml/2006/main">
            <a:r>
              <a:t>- engine: courseware-pptx-v1</a:t>
            </a:r>
          </a:p>
          <a:p xmlns:a="http://schemas.openxmlformats.org/drawingml/2006/main">
            <a:r>
              <a:t>- 图片按原比例装箱；包装/Logo 为业务授权槽位。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65fd89042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722df0a664abf" /><Relationship Type="http://schemas.openxmlformats.org/officeDocument/2006/relationships/slideLayout" Target="/ppt/slideLayouts/slideLayout1.xml" Id="Rffc08c14170f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c08c14170f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e5cf0ab644e22" /><Relationship Type="http://schemas.openxmlformats.org/officeDocument/2006/relationships/image" Target="/ppt/media/image.png" Id="R35b44ee0f7f14898" /><Relationship Type="http://schemas.openxmlformats.org/officeDocument/2006/relationships/notesSlide" Target="/ppt/notesSlides/notesSlide1.xml" Id="R986b101d5a0441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c2012347a4beb" /><Relationship Type="http://schemas.openxmlformats.org/officeDocument/2006/relationships/notesSlide" Target="/ppt/notesSlides/notesSlide2.xml" Id="Re36561c30b21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f6afa43ff4d28" /><Relationship Type="http://schemas.openxmlformats.org/officeDocument/2006/relationships/notesSlide" Target="/ppt/notesSlides/notesSlide3.xml" Id="Rd98be5cb9b9c44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499ca3d174bf4" /><Relationship Type="http://schemas.openxmlformats.org/officeDocument/2006/relationships/image" Target="/ppt/media/image2.png" Id="R2cff3f7b39ff41b6" /><Relationship Type="http://schemas.openxmlformats.org/officeDocument/2006/relationships/notesSlide" Target="/ppt/notesSlides/notesSlide4.xml" Id="R3ec611876bb54b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71b06fe0b4761" /><Relationship Type="http://schemas.openxmlformats.org/officeDocument/2006/relationships/notesSlide" Target="/ppt/notesSlides/notesSlide5.xml" Id="R3e04f50c2b90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4ab57b654168" /><Relationship Type="http://schemas.openxmlformats.org/officeDocument/2006/relationships/notesSlide" Target="/ppt/notesSlides/notesSlide6.xml" Id="R7c92be6a2a8c4a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g-chrome">
            <a:extLst xmlns:a="http://schemas.openxmlformats.org/drawingml/2006/main">
              <a:ext uri="{FF2B5EF4-FFF2-40B4-BE49-F238E27FC236}">
                <a16:creationId xmlns:a16="http://schemas.microsoft.com/office/drawing/2014/main" id="{F55F9A4E-CEFA-4E82-AF39-1ECC15A0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F37FC37E-BA51-48E3-821D-4CABCE52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69FA4774-8AA5-4995-9C16-BBF46DA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D7C759B1-5669-4F2E-AA9E-CE446353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F4A06372-0241-43D7-82FA-BA4D17D2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025B252A-978C-4167-AF0D-CC96FCC0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A4712E9D-ACCD-4876-B4CB-7592552A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30511B1B-D090-47BB-87C3-07782CCB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0EBD7357-D620-40D5-881E-F28CEEC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B0A7610B-B0EE-4C3A-9498-C1970527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E7D6DCD3-01D0-45BB-9B2D-CC50EF15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8DD352EE-82ED-44D0-9086-CE779ABB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4297C6B1-C0DC-4534-B109-27EBD49F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BCC431A2-6BF5-4420-AE07-46BACE16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7955C39A-CA7C-4F23-977C-7CFE4EF0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35E3CAA8-D1EF-4CFF-82A8-94EB0FBA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B0A3243A-981A-4B4A-9134-BBAD9AD3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DF776763-C9B5-4D61-BF3E-E6AE8668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63440B9C-0291-40B2-AF49-A1559113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DB1B6B8B-107F-474C-8580-C2B80D6F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AE3042FC-9BD6-40F2-BD74-DE67A583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0CF6ABD3-2ACC-4244-AE13-2EBDA88D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F5E36EE5-B9D8-4140-AD53-F3681970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FBA70FCF-4760-42FA-9D7A-E87B75B3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23F22390-748E-43BA-B587-0CA26CC6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EC0D29B2-16E5-41C7-ADE1-41DF4F43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071BA77C-55D2-4D11-AFB1-B74D5D6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1E33C6E7-793C-4488-8A9C-0C52A32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32E5E59E-63F5-4E06-B627-239C4382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383A343C-742F-4712-AA14-1AAAF1C4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15BA021B-7CFA-40A4-9200-8ACF1D1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82B1D035-C20C-456C-98A4-765A347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CEB134B1-1435-44E8-9528-59537FE0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8162B779-16AE-4DC0-98E1-FE64A81B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4D5FE09A-7CAD-4CBA-91B0-17A3777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A556240E-6BAF-4AA1-AD6E-C1C7C70D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29DFE432-4421-44B2-A9FF-D2D0D75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533E9FA7-D7B1-4701-A26D-A77F6526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BEE68E89-C00A-4AB4-9CE2-20D14BB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C7A44736-D4EE-4F87-A5ED-179A15B0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7BD2726F-39C0-4B2B-A953-359B44C7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1119B56B-A7B6-4B0F-970D-1FD66AF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9D0B2A24-4DAB-4658-B164-24674BE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BCB33FE5-EFAD-4A59-8382-F429216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F324C338-9374-4261-B73E-1E1FDBD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5EE192A1-D758-4347-8740-5378000F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FA2ECDDD-78F8-4E25-9CEB-5CFB60FE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A7E4B246-175C-4146-83D7-4675704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F3111852-A203-4962-A2E3-FF521C62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80A23A2A-59A1-4A40-9E6D-0054F207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44019162-D39F-48CF-AB82-6AC71FD7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9D636DE1-4FBD-4503-9B4C-625E593F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36804B56-EF2C-464D-B7F3-45418EE4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702ED720-8078-4DBE-B67C-C76E3EB6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9E762628-01BF-410C-BF77-70B8078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96194D73-55F2-4A2A-96C4-77645F8D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0BE4824E-F700-4476-BDE9-175FEC6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04F581CC-692A-49EC-8C0C-705951CE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EFF01B84-D03F-40D9-A260-47D25180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C690C558-54ED-40D7-9116-79BF1CD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70625180-63A8-4551-8F9A-35FE7EB8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05DFDC47-4A9A-41AD-9F10-4CAE1A05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DFEDC21D-2CA8-483A-9E53-919C30DA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59D3E36D-40C1-44A2-8E4F-C0D9A3CB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C2862E01-5D87-4F01-AD8F-94E29744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591195BD-FCDC-4DB8-BFED-B20294EA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812E9BE8-546D-47EB-88E2-220B4EFF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93F18D3F-CAB1-4763-AEB6-AFDB0833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FDC7187-5630-4A0B-841C-8E0C211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9D3F2982-F678-41B4-87D1-F2B3CC58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2781C654-79D9-466A-B895-82BA5E48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DE206705-8FF5-44AB-BA48-0288BFED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2B23AF98-6277-4B59-AF36-FF7F9764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42628AD0-C670-48BA-8A18-5500CF30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EE92D38A-7AEA-4BC1-A6A6-2131A10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ver-info-panel">
            <a:extLst xmlns:a="http://schemas.openxmlformats.org/drawingml/2006/main">
              <a:ext uri="{FF2B5EF4-FFF2-40B4-BE49-F238E27FC236}">
                <a16:creationId xmlns:a16="http://schemas.microsoft.com/office/drawing/2014/main" id="{B1E850AF-23FF-4FF0-9DD1-E9371A71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0" y="1047750"/>
            <a:ext cx="5397500" cy="5016500"/>
          </a:xfrm>
          <a:prstGeom xmlns:a="http://schemas.openxmlformats.org/drawingml/2006/main" prst="roundRect">
            <a:avLst>
              <a:gd name="adj" fmla="val 2278"/>
            </a:avLst>
          </a:prstGeom>
          <a:solidFill xmlns:a="http://schemas.openxmlformats.org/drawingml/2006/main">
            <a:srgbClr val="0B557C"/>
          </a:solidFill>
          <a:ln xmlns:a="http://schemas.openxmlformats.org/drawingml/2006/main" w="14288">
            <a:solidFill>
              <a:srgbClr val="0B557C"/>
            </a:solidFill>
            <a:prstDash val="solid"/>
          </a:ln>
        </p:spPr>
      </p:sp>
      <p:sp>
        <p:nvSpPr>
          <p:cNvPr id="77" name="cover-coral-mark">
            <a:extLst xmlns:a="http://schemas.openxmlformats.org/drawingml/2006/main">
              <a:ext uri="{FF2B5EF4-FFF2-40B4-BE49-F238E27FC236}">
                <a16:creationId xmlns:a16="http://schemas.microsoft.com/office/drawing/2014/main" id="{88FA15D1-DF6A-4E03-B838-F639868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289050"/>
            <a:ext cx="584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8" name="cover-green-mark">
            <a:extLst xmlns:a="http://schemas.openxmlformats.org/drawingml/2006/main">
              <a:ext uri="{FF2B5EF4-FFF2-40B4-BE49-F238E27FC236}">
                <a16:creationId xmlns:a16="http://schemas.microsoft.com/office/drawing/2014/main" id="{5C1D7C06-7EC6-4487-8C7C-770F238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289050"/>
            <a:ext cx="6858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79" name="editable:component:P01_courseware_cover:title_pill">
            <a:extLst xmlns:a="http://schemas.openxmlformats.org/drawingml/2006/main">
              <a:ext uri="{FF2B5EF4-FFF2-40B4-BE49-F238E27FC236}">
                <a16:creationId xmlns:a16="http://schemas.microsoft.com/office/drawing/2014/main" id="{8FFEE967-51AB-4D4D-B66C-F8987C4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0500"/>
            <a:ext cx="4445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</a:defRPr>
            </a:pPr>
            <a:r>
              <a:rPr sz="30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澄明陈列物料 B（内部 UAT）</a:t>
            </a:r>
          </a:p>
        </p:txBody>
      </p:sp>
      <p:sp>
        <p:nvSpPr>
          <p:cNvPr id="80" name="editable:component:P01_courseware_cover:subtitle">
            <a:extLst xmlns:a="http://schemas.openxmlformats.org/drawingml/2006/main">
              <a:ext uri="{FF2B5EF4-FFF2-40B4-BE49-F238E27FC236}">
                <a16:creationId xmlns:a16="http://schemas.microsoft.com/office/drawing/2014/main" id="{71236561-E864-4C42-A2F7-E6CB9B0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0650"/>
            <a:ext cx="4445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E56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连锁门店内部业务验收</a:t>
            </a:r>
          </a:p>
        </p:txBody>
      </p:sp>
      <p:sp>
        <p:nvSpPr>
          <p:cNvPr id="81" name="editable:component:P01_courseware_cover:icon_check.bg">
            <a:extLst xmlns:a="http://schemas.openxmlformats.org/drawingml/2006/main">
              <a:ext uri="{FF2B5EF4-FFF2-40B4-BE49-F238E27FC236}">
                <a16:creationId xmlns:a16="http://schemas.microsoft.com/office/drawing/2014/main" id="{00F84B5B-3E75-41D0-8867-9EE3AD64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1_courseware_cover:icon_check">
            <a:extLst xmlns:a="http://schemas.openxmlformats.org/drawingml/2006/main">
              <a:ext uri="{FF2B5EF4-FFF2-40B4-BE49-F238E27FC236}">
                <a16:creationId xmlns:a16="http://schemas.microsoft.com/office/drawing/2014/main" id="{058EB2F5-819C-4D7B-B6D5-EED355C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98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3" name="editable:component:P01_courseware_cover:cover_point.1">
            <a:extLst xmlns:a="http://schemas.openxmlformats.org/drawingml/2006/main">
              <a:ext uri="{FF2B5EF4-FFF2-40B4-BE49-F238E27FC236}">
                <a16:creationId xmlns:a16="http://schemas.microsoft.com/office/drawing/2014/main" id="{833D640B-05EA-4B42-9CFF-5E368243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34226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证据阶梯与商品总览组合</a:t>
            </a:r>
          </a:p>
        </p:txBody>
      </p:sp>
      <p:sp>
        <p:nvSpPr>
          <p:cNvPr id="84" name="editable:component:P01_courseware_cover:icon_check.2.bg">
            <a:extLst xmlns:a="http://schemas.openxmlformats.org/drawingml/2006/main">
              <a:ext uri="{FF2B5EF4-FFF2-40B4-BE49-F238E27FC236}">
                <a16:creationId xmlns:a16="http://schemas.microsoft.com/office/drawing/2014/main" id="{9FF87528-C089-4078-9D9E-85D1A57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5" name="editable:component:P01_courseware_cover:icon_check.2">
            <a:extLst xmlns:a="http://schemas.openxmlformats.org/drawingml/2006/main">
              <a:ext uri="{FF2B5EF4-FFF2-40B4-BE49-F238E27FC236}">
                <a16:creationId xmlns:a16="http://schemas.microsoft.com/office/drawing/2014/main" id="{94981498-3B80-4B2B-8F1E-AF027DB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6" name="editable:component:P01_courseware_cover:cover_point.2">
            <a:extLst xmlns:a="http://schemas.openxmlformats.org/drawingml/2006/main">
              <a:ext uri="{FF2B5EF4-FFF2-40B4-BE49-F238E27FC236}">
                <a16:creationId xmlns:a16="http://schemas.microsoft.com/office/drawing/2014/main" id="{6C8E1221-DF05-4175-BB58-1294EA49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1338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先证据再总览页序</a:t>
            </a:r>
          </a:p>
        </p:txBody>
      </p:sp>
      <p:sp>
        <p:nvSpPr>
          <p:cNvPr id="87" name="editable:component:P01_courseware_cover:icon_check.3.bg">
            <a:extLst xmlns:a="http://schemas.openxmlformats.org/drawingml/2006/main">
              <a:ext uri="{FF2B5EF4-FFF2-40B4-BE49-F238E27FC236}">
                <a16:creationId xmlns:a16="http://schemas.microsoft.com/office/drawing/2014/main" id="{158028F3-491A-46F7-8423-D967B6C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8" name="editable:component:P01_courseware_cover:icon_check.3">
            <a:extLst xmlns:a="http://schemas.openxmlformats.org/drawingml/2006/main">
              <a:ext uri="{FF2B5EF4-FFF2-40B4-BE49-F238E27FC236}">
                <a16:creationId xmlns:a16="http://schemas.microsoft.com/office/drawing/2014/main" id="{CF02AA70-0D03-474D-BDD6-D9C0A95D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02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9" name="editable:component:P01_courseware_cover:cover_point.3">
            <a:extLst xmlns:a="http://schemas.openxmlformats.org/drawingml/2006/main">
              <a:ext uri="{FF2B5EF4-FFF2-40B4-BE49-F238E27FC236}">
                <a16:creationId xmlns:a16="http://schemas.microsoft.com/office/drawing/2014/main" id="{D5AA5E5B-78B1-4FFD-97F7-9E6D6F9E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250" y="4845050"/>
            <a:ext cx="412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统一浅蓝视觉</a:t>
            </a:r>
          </a:p>
        </p:txBody>
      </p:sp>
      <p:sp>
        <p:nvSpPr>
          <p:cNvPr id="90" name="cover-product-stage">
            <a:extLst xmlns:a="http://schemas.openxmlformats.org/drawingml/2006/main">
              <a:ext uri="{FF2B5EF4-FFF2-40B4-BE49-F238E27FC236}">
                <a16:creationId xmlns:a16="http://schemas.microsoft.com/office/drawing/2014/main" id="{505F36FA-240A-433E-854B-4ACB3176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508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DF3FC"/>
            </a:solidFill>
            <a:prstDash val="solid"/>
          </a:ln>
        </p:spPr>
      </p:sp>
      <p:sp>
        <p:nvSpPr>
          <p:cNvPr id="91" name="cover-stage-tag">
            <a:extLst xmlns:a="http://schemas.openxmlformats.org/drawingml/2006/main">
              <a:ext uri="{FF2B5EF4-FFF2-40B4-BE49-F238E27FC236}">
                <a16:creationId xmlns:a16="http://schemas.microsoft.com/office/drawing/2014/main" id="{898A105A-BFF7-4079-B962-426CB2F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52550"/>
            <a:ext cx="1511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92" name="editable:component:P01_courseware_cover:stage_tag">
            <a:extLst xmlns:a="http://schemas.openxmlformats.org/drawingml/2006/main">
              <a:ext uri="{FF2B5EF4-FFF2-40B4-BE49-F238E27FC236}">
                <a16:creationId xmlns:a16="http://schemas.microsoft.com/office/drawing/2014/main" id="{05476A78-DC22-4203-A6FB-D8CAF751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1390650"/>
            <a:ext cx="130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内部 UAT</a:t>
            </a:r>
          </a:p>
        </p:txBody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44ee0f7f148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2230438"/>
            <a:ext cx="4127500" cy="3095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26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bg-chrome">
            <a:extLst xmlns:a="http://schemas.openxmlformats.org/drawingml/2006/main">
              <a:ext uri="{FF2B5EF4-FFF2-40B4-BE49-F238E27FC236}">
                <a16:creationId xmlns:a16="http://schemas.microsoft.com/office/drawing/2014/main" id="{84E7D4A2-CE5A-4B9D-B18C-0C9C2276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B3E01414-0450-47FA-AEA5-6D131377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D7B326AB-F8C2-488E-A6D2-DD5B325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E3D69705-3FDF-433C-B48B-B74D010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B0794E47-DA8E-45AE-87BF-77C6C5B9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2D870384-6E52-401A-BD77-FD4A610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79B137C2-08E5-4F28-BA51-20118025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1C535EA8-5624-4334-8EC8-1914AF4D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96BD93A9-1081-470A-8F42-8E3700B8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D542001B-C75D-492E-ADC5-CA5AD20A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0ABD74DE-09C2-4789-A613-4D6E1AA0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A972E51E-58FD-41B4-B690-F3D4468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41A9AFD2-0F0F-47E4-A8CA-84EB5DC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17384E24-1E07-494B-AE91-B4ED72E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63EE00CE-F687-407A-94C2-1F5D055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A3C743B5-EC58-46EC-B98D-95E3F13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BF423233-BF77-4089-BFDF-526C3444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BB473D83-4F4F-4BD2-95E1-F902CF3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A084A571-B114-4C70-A889-10D1E7B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80997524-82D0-4E4A-AA8F-D142CC0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A472F5AC-2AA8-4AC5-952B-992EDC5B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D3578894-5CEF-43EE-9200-560C543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A49C126F-B4F6-4B71-9BD0-FC6C3555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C4DA5336-595B-4C1E-B660-A2A09F9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AB244ACD-5A6E-455F-BEDA-A0AB815E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C0060EE0-7243-4B45-8250-D1C4C0E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F50BF1C4-2B04-455B-AABC-237BAC4E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DF413047-0C2A-4B61-93A0-36EF6DA4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64573860-C45E-401D-ADBF-14A251B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0CDF11AC-B196-4022-B981-5D39209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0EEDA6D8-88A6-4AD3-A701-1E1EFF7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6EA2C39A-45B7-48DF-AD7B-55FA7AA6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F6E5D7D5-342E-4541-8F2A-E9726977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2A86BDBA-AC76-4569-9FF3-7704859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04E3CBC9-BA6B-4296-AE3E-1C440613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87799157-5BF2-4BBE-856E-7ADE8CA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ED755624-A515-49A1-9F0E-20B94AE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58C9458C-8193-4E09-BEDB-3A3CA880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14E6A8C7-408E-40A4-B665-0D35E4B9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5FD6B10A-AA15-42ED-97D3-8774BD4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576D38B6-0B0B-4073-9188-D223FD3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5EB1ED9E-632C-4CF9-B509-7370E5A4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83D4B593-1511-42C8-86A2-AAADED9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82FDE33E-24BD-4621-AAF0-96CD7E93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CBA2FEBD-E8C7-4315-AD92-5001495C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F645C914-40EF-4487-BB23-5BC7DF4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824ADCC1-F53D-4391-AF79-07927E6D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B609D0F2-E6EA-44E1-A5BD-81B1134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79143387-20E9-4142-BCB6-89184BC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71630F8C-DEE5-48FB-99E3-B3BDA1AE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A87D61A4-D466-4ADA-8249-665C4A8B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E8E934D4-17C2-4F5F-B0CA-BBD7FEF0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6FFBFBCF-1EC5-4B92-8B4A-0B4684F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8096321A-82D1-47DE-8A47-794916B2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CE43A47E-9746-4780-A89D-609216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23694B23-FD7D-43D8-80A6-9B5A5B9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F00E8324-A6A4-4715-BC30-B9517CC7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411981D1-7948-4EAE-828B-614BD2F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2199B40C-02AF-4242-8826-ADC1CD56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862D6170-3968-47A5-87A7-FCFFF88F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A5E4BB22-DE48-4AD0-A127-8BA775A2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F8744F78-0A9E-490D-978E-D941A95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B8F12669-DE10-459E-9B56-72515BD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1D921148-1EC2-494E-83BD-4D69DF4B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21C7F164-66E6-4441-960B-053252B9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C9B145A5-B711-4FBE-9C5E-C95AE78E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A530188D-73A9-4476-9089-950428B8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83399F53-33B6-4D3E-B57C-FE29A394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4C244400-CE19-43B8-A98E-712CEB9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88466280-39EA-4522-A371-C88795F3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888A74D8-FA69-4BAC-AAA0-43020A8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EA980795-BF7B-411A-976D-76A419B1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AA65EC71-20DC-425C-B20C-3C0DF6D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23430EAB-8F2E-40B9-9152-299F7C6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C07F2B44-4B74-43FB-BAA0-75B3536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2_hook_pain_data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20CFC258-99CD-4A0C-B117-70BC7015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2_hook_pain_data:chapter">
            <a:extLst xmlns:a="http://schemas.openxmlformats.org/drawingml/2006/main">
              <a:ext uri="{FF2B5EF4-FFF2-40B4-BE49-F238E27FC236}">
                <a16:creationId xmlns:a16="http://schemas.microsoft.com/office/drawing/2014/main" id="{61D566C8-5146-410F-B65C-B51B40F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陈列物料状态检查</a:t>
            </a:r>
          </a:p>
        </p:txBody>
      </p:sp>
      <p:sp>
        <p:nvSpPr>
          <p:cNvPr id="78" name="editable:component:P02_hook_pain_data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B39B4571-0B97-42F4-88F4-DE9F3B7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chip-0">
            <a:extLst xmlns:a="http://schemas.openxmlformats.org/drawingml/2006/main">
              <a:ext uri="{FF2B5EF4-FFF2-40B4-BE49-F238E27FC236}">
                <a16:creationId xmlns:a16="http://schemas.microsoft.com/office/drawing/2014/main" id="{9B85E3E0-C261-46C8-8018-C424458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700" y="1981200"/>
            <a:ext cx="1397000" cy="3556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ditable:component:P02_hook_pain_data:chip.1">
            <a:extLst xmlns:a="http://schemas.openxmlformats.org/drawingml/2006/main">
              <a:ext uri="{FF2B5EF4-FFF2-40B4-BE49-F238E27FC236}">
                <a16:creationId xmlns:a16="http://schemas.microsoft.com/office/drawing/2014/main" id="{2C1334B8-EE1A-4F7D-B828-3070858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2006600"/>
            <a:ext cx="124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44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版本标签不一致</a:t>
            </a:r>
          </a:p>
        </p:txBody>
      </p:sp>
      <p:sp>
        <p:nvSpPr>
          <p:cNvPr id="81" name="chip-1">
            <a:extLst xmlns:a="http://schemas.openxmlformats.org/drawingml/2006/main">
              <a:ext uri="{FF2B5EF4-FFF2-40B4-BE49-F238E27FC236}">
                <a16:creationId xmlns:a16="http://schemas.microsoft.com/office/drawing/2014/main" id="{007FE7E5-E184-4E67-9119-42EB54DB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1981200"/>
            <a:ext cx="1397000" cy="3556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2" name="editable:component:P02_hook_pain_data:chip.2">
            <a:extLst xmlns:a="http://schemas.openxmlformats.org/drawingml/2006/main">
              <a:ext uri="{FF2B5EF4-FFF2-40B4-BE49-F238E27FC236}">
                <a16:creationId xmlns:a16="http://schemas.microsoft.com/office/drawing/2014/main" id="{1A198AF7-9DE5-4179-85AD-10F7D29F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006600"/>
            <a:ext cx="124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44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来源记录未关联</a:t>
            </a:r>
          </a:p>
        </p:txBody>
      </p:sp>
      <p:sp>
        <p:nvSpPr>
          <p:cNvPr id="83" name="chip-2">
            <a:extLst xmlns:a="http://schemas.openxmlformats.org/drawingml/2006/main">
              <a:ext uri="{FF2B5EF4-FFF2-40B4-BE49-F238E27FC236}">
                <a16:creationId xmlns:a16="http://schemas.microsoft.com/office/drawing/2014/main" id="{AAA6666D-877D-4B0C-95A6-8A6453C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1397000" cy="3556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4" name="editable:component:P02_hook_pain_data:chip.3">
            <a:extLst xmlns:a="http://schemas.openxmlformats.org/drawingml/2006/main">
              <a:ext uri="{FF2B5EF4-FFF2-40B4-BE49-F238E27FC236}">
                <a16:creationId xmlns:a16="http://schemas.microsoft.com/office/drawing/2014/main" id="{31C526AF-9D64-4E1E-89AE-0598B8EB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6600"/>
            <a:ext cx="124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44A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确认状态不清晰</a:t>
            </a:r>
          </a:p>
        </p:txBody>
      </p:sp>
      <p:sp>
        <p:nvSpPr>
          <p:cNvPr id="85" name="editable:component:P02_hook_pain_data:stat1__card">
            <a:extLst xmlns:a="http://schemas.openxmlformats.org/drawingml/2006/main">
              <a:ext uri="{FF2B5EF4-FFF2-40B4-BE49-F238E27FC236}">
                <a16:creationId xmlns:a16="http://schemas.microsoft.com/office/drawing/2014/main" id="{D6FB3C68-5DBB-4BCE-9A85-73DBB9A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0" y="3111500"/>
            <a:ext cx="2794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6" name="editable:component:P02_hook_pain_data:stat1.note">
            <a:extLst xmlns:a="http://schemas.openxmlformats.org/drawingml/2006/main">
              <a:ext uri="{FF2B5EF4-FFF2-40B4-BE49-F238E27FC236}">
                <a16:creationId xmlns:a16="http://schemas.microsoft.com/office/drawing/2014/main" id="{A0F860A7-5402-4B64-A776-97FEF89C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3020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D63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版本、来源、状态</a:t>
            </a:r>
          </a:p>
        </p:txBody>
      </p:sp>
      <p:sp>
        <p:nvSpPr>
          <p:cNvPr id="87" name="editable:component:P02_hook_pain_data:stat1.number">
            <a:extLst xmlns:a="http://schemas.openxmlformats.org/drawingml/2006/main">
              <a:ext uri="{FF2B5EF4-FFF2-40B4-BE49-F238E27FC236}">
                <a16:creationId xmlns:a16="http://schemas.microsoft.com/office/drawing/2014/main" id="{2338E3B0-28BF-4B60-AED0-3949D749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3746500"/>
            <a:ext cx="243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3</a:t>
            </a:r>
          </a:p>
        </p:txBody>
      </p:sp>
      <p:sp>
        <p:nvSpPr>
          <p:cNvPr id="88" name="editable:component:P02_hook_pain_data:stat1.unit">
            <a:extLst xmlns:a="http://schemas.openxmlformats.org/drawingml/2006/main">
              <a:ext uri="{FF2B5EF4-FFF2-40B4-BE49-F238E27FC236}">
                <a16:creationId xmlns:a16="http://schemas.microsoft.com/office/drawing/2014/main" id="{6A0927BF-8945-4DB5-A862-A75FE10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500" y="45466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788B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项</a:t>
            </a:r>
          </a:p>
        </p:txBody>
      </p:sp>
      <p:sp>
        <p:nvSpPr>
          <p:cNvPr id="89" name="editable:component:P02_hook_pain_data:stat2__card">
            <a:extLst xmlns:a="http://schemas.openxmlformats.org/drawingml/2006/main">
              <a:ext uri="{FF2B5EF4-FFF2-40B4-BE49-F238E27FC236}">
                <a16:creationId xmlns:a16="http://schemas.microsoft.com/office/drawing/2014/main" id="{BE8C796E-5C92-4B40-81B2-9B2653C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11500"/>
            <a:ext cx="2794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0" name="editable:component:P02_hook_pain_data:stat2.note">
            <a:extLst xmlns:a="http://schemas.openxmlformats.org/drawingml/2006/main">
              <a:ext uri="{FF2B5EF4-FFF2-40B4-BE49-F238E27FC236}">
                <a16:creationId xmlns:a16="http://schemas.microsoft.com/office/drawing/2014/main" id="{494BD8BB-FBE2-4CF6-A446-0F04648D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33020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D63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294D63"/>
                </a:solidFill>
              </a:rPr>
              <a:t>统一交付清单</a:t>
            </a:r>
          </a:p>
        </p:txBody>
      </p:sp>
      <p:sp>
        <p:nvSpPr>
          <p:cNvPr id="91" name="editable:component:P02_hook_pain_data:stat2.number">
            <a:extLst xmlns:a="http://schemas.openxmlformats.org/drawingml/2006/main">
              <a:ext uri="{FF2B5EF4-FFF2-40B4-BE49-F238E27FC236}">
                <a16:creationId xmlns:a16="http://schemas.microsoft.com/office/drawing/2014/main" id="{CC7C061C-1729-4A40-9EC8-6C7BAF5F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3746500"/>
            <a:ext cx="243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1</a:t>
            </a:r>
          </a:p>
        </p:txBody>
      </p:sp>
      <p:sp>
        <p:nvSpPr>
          <p:cNvPr id="92" name="editable:component:P02_hook_pain_data:stat2.unit">
            <a:extLst xmlns:a="http://schemas.openxmlformats.org/drawingml/2006/main">
              <a:ext uri="{FF2B5EF4-FFF2-40B4-BE49-F238E27FC236}">
                <a16:creationId xmlns:a16="http://schemas.microsoft.com/office/drawing/2014/main" id="{9E539746-5654-4C93-AC79-B156B307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5466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788B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份</a:t>
            </a:r>
          </a:p>
        </p:txBody>
      </p:sp>
      <p:sp>
        <p:nvSpPr>
          <p:cNvPr id="93" name="note-bar">
            <a:extLst xmlns:a="http://schemas.openxmlformats.org/drawingml/2006/main">
              <a:ext uri="{FF2B5EF4-FFF2-40B4-BE49-F238E27FC236}">
                <a16:creationId xmlns:a16="http://schemas.microsoft.com/office/drawing/2014/main" id="{B59F989C-3D47-4E05-8006-E7A04A4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0900"/>
            <a:ext cx="10668000" cy="3302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4" name="editable:component:P02_hook_pain_data:source">
            <a:extLst xmlns:a="http://schemas.openxmlformats.org/drawingml/2006/main">
              <a:ext uri="{FF2B5EF4-FFF2-40B4-BE49-F238E27FC236}">
                <a16:creationId xmlns:a16="http://schemas.microsoft.com/office/drawing/2014/main" id="{753DBD0E-EA9A-40DA-B219-9565A2E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956300"/>
            <a:ext cx="1016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内部 UAT 场景设定；不代表真实业务数据</a:t>
            </a:r>
          </a:p>
        </p:txBody>
      </p:sp>
    </p:spTree>
    <p:extLst>
      <p:ext uri="{BB962C8B-B14F-4D97-AF65-F5344CB8AC3E}">
        <p14:creationId xmlns:p14="http://schemas.microsoft.com/office/powerpoint/2010/main" val="1448038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bg-chrome">
            <a:extLst xmlns:a="http://schemas.openxmlformats.org/drawingml/2006/main">
              <a:ext uri="{FF2B5EF4-FFF2-40B4-BE49-F238E27FC236}">
                <a16:creationId xmlns:a16="http://schemas.microsoft.com/office/drawing/2014/main" id="{93048B68-D967-4D9C-AFB0-5D9694E6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477E7D8E-2138-4241-8176-A7256B11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6291BFE6-9AF0-4541-A3AE-F7709BA8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5A9080C3-87E1-4D26-BBC3-46D57D9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3EA4500A-B139-43FC-A86F-FCF86A4D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4164FB2E-C8D1-4B35-8EC1-4CF8839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EC9390F3-BF51-4099-9CE1-0C0A4D28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9069DE6A-D541-48D7-96FD-553CFC3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995E8F53-249F-42DF-8ACD-E535F24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0576FA3E-6F85-4E9F-8D45-99D1FC7E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AF9E95D2-2BCE-4DEB-B537-25155E3B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20D1F520-B7E5-4AD6-BE7F-26135C9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0EC715C0-B220-4363-9074-17E910D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9E4824CF-CC24-4B47-8B01-414FC2A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C9EB4248-9E10-4391-A71C-5A941BB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A080BDD0-67F1-47F7-8A32-01EBD6EE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94755013-9290-4DDE-86DB-C4AA043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B15999A4-3653-435B-A626-D3942F82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03D76F2E-F2D3-43EB-8BA2-C32E39D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7CE6B8ED-DCFD-467C-B268-DBFAC0B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E48EE15A-61AF-4183-BA7E-45AEADA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D24CC61C-B888-47F6-83FC-0B11F996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0B577210-6E8A-4A6A-939C-EFE53C00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576C9C60-61CD-4DD6-BDC6-BE2F9AD6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A18C0DD0-946C-44FC-BBF0-070E5759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B73B540E-4456-4871-B340-1695CD28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5CAA1567-31BD-42DA-8B9D-E880F51B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168D735F-87D0-4AB3-A63F-CF3E3B71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08100808-807E-4904-A2C6-ABD1EB6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25D42344-FEAA-4536-9DDE-49D23641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B6225D12-9C26-41B7-BC5C-961BA53F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5A00AFD3-50A3-4C7C-9316-4929357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D7270E20-9B5C-475B-AF13-76DEF351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D28B146C-A1F0-446F-9DC8-4FED7250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A4E97651-50C1-4A93-89DF-1F346214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A20E81F1-2ABE-4EF1-B269-5342C090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C45A0D86-1584-4D64-8187-8B2ECA9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FF8483C9-1629-489E-987F-D4A34EBB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C81DEF6E-9809-4603-9CB1-7AC2A1E2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937C39F9-1453-4AEE-8678-6EA7E53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0D527398-097C-4C5D-933C-B4A6C5CA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6225DA5A-4901-45BB-91C0-A79B186B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32C70FB4-6053-4AA8-80FA-9F2F125A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AA72343E-E30E-47B9-BC10-4FA4C457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03D6FE10-1455-4C6B-B6C8-C67A6A59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2195D0D9-9F43-4410-83C6-E65F341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36F80EE8-333C-419C-9A62-C6824C5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532B5BC9-9A0E-420F-836F-48723C9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7375FD33-EBC3-437D-B5AA-00804E80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4F13D523-DA89-444D-919B-92CA01C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5CE8E334-1302-4EBE-BC38-0A5689B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01BA24E9-E353-49B1-ABF5-40325E9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AA0476C3-C176-4A93-939B-399E490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3E5ABE24-EFDE-4B11-82D1-2D3BE65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53371AE4-6D83-458F-8242-E472D70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E5A79145-DEB8-4E90-BEAA-8829797F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950F709E-A939-47EB-98DB-37FB692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12352F04-EB14-43D1-B912-1FFF1D2A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ABB72DE9-48F4-4C77-A2A7-D3B83943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1B420831-3775-4B09-BE1F-8384699A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3F3E99AB-5EF3-4A0A-87DD-E360229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2B9428AF-08C9-4497-AC4E-C637C992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F6469B6D-6E47-4184-81EE-E06415C7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20A6242E-E013-45A3-AD98-60E9FF8D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78B83B32-789C-4DFE-951C-8DFCF84C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0343F59B-2D96-46F5-9E60-5E4B6347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88429483-588E-4297-BE1B-A9F467FF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601576B5-67F6-41CE-9F63-74AA2842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DF79BD23-F963-4EAA-A4B8-7B51850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E8E4BCE8-687D-4C91-908F-C178EC6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1C39A362-BE89-4263-B8BC-F88C3408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6B4738AD-CCC7-4D56-BD27-730D2696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20463C17-C46C-4790-BF3C-F30BC990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AE453B6C-F818-431B-863C-0581212A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A0CAC9F8-1D07-4BD4-9FA4-01BF2A48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3_evidence_ladder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6B80A0A1-B0FD-420F-BB00-73E9D844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3_evidence_ladder:chapter">
            <a:extLst xmlns:a="http://schemas.openxmlformats.org/drawingml/2006/main">
              <a:ext uri="{FF2B5EF4-FFF2-40B4-BE49-F238E27FC236}">
                <a16:creationId xmlns:a16="http://schemas.microsoft.com/office/drawing/2014/main" id="{653AE776-CBA6-4A57-A27C-49142AA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先看资料凭证</a:t>
            </a:r>
          </a:p>
        </p:txBody>
      </p:sp>
      <p:sp>
        <p:nvSpPr>
          <p:cNvPr id="78" name="editable:component:P03_evidence_ladder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23C3D2E1-60CC-412A-9756-E6EE05EC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vidence-stage">
            <a:extLst xmlns:a="http://schemas.openxmlformats.org/drawingml/2006/main">
              <a:ext uri="{FF2B5EF4-FFF2-40B4-BE49-F238E27FC236}">
                <a16:creationId xmlns:a16="http://schemas.microsoft.com/office/drawing/2014/main" id="{5EE82EC2-8867-4528-A08C-C2E65347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67AB36E9-FC5A-4152-9D5A-75EA3BF5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1" name="evidence-card-1-accent">
            <a:extLst xmlns:a="http://schemas.openxmlformats.org/drawingml/2006/main">
              <a:ext uri="{FF2B5EF4-FFF2-40B4-BE49-F238E27FC236}">
                <a16:creationId xmlns:a16="http://schemas.microsoft.com/office/drawing/2014/main" id="{7086C67F-23C9-46FD-BEDE-7DD3CA3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9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2" name="editable:component:P03_evidence_ladder:item.1.metric">
            <a:extLst xmlns:a="http://schemas.openxmlformats.org/drawingml/2006/main">
              <a:ext uri="{FF2B5EF4-FFF2-40B4-BE49-F238E27FC236}">
                <a16:creationId xmlns:a16="http://schemas.microsoft.com/office/drawing/2014/main" id="{33CE3D9E-5658-41D1-AF1A-0A9CF020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A</a:t>
            </a:r>
          </a:p>
        </p:txBody>
      </p:sp>
      <p:sp>
        <p:nvSpPr>
          <p:cNvPr id="83" name="editable:component:P03_evidence_ladder:item.1.label">
            <a:extLst xmlns:a="http://schemas.openxmlformats.org/drawingml/2006/main">
              <a:ext uri="{FF2B5EF4-FFF2-40B4-BE49-F238E27FC236}">
                <a16:creationId xmlns:a16="http://schemas.microsoft.com/office/drawing/2014/main" id="{209CEC0D-9489-4ADF-96A4-145F6A24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原始文件</a:t>
            </a:r>
          </a:p>
        </p:txBody>
      </p:sp>
      <p:sp>
        <p:nvSpPr>
          <p:cNvPr id="84" name="evidence-card-1-divider">
            <a:extLst xmlns:a="http://schemas.openxmlformats.org/drawingml/2006/main">
              <a:ext uri="{FF2B5EF4-FFF2-40B4-BE49-F238E27FC236}">
                <a16:creationId xmlns:a16="http://schemas.microsoft.com/office/drawing/2014/main" id="{5506F1B0-E465-47A7-A180-55859A6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5" name="editable:component:P03_evidence_ladder:item.1.source">
            <a:extLst xmlns:a="http://schemas.openxmlformats.org/drawingml/2006/main">
              <a:ext uri="{FF2B5EF4-FFF2-40B4-BE49-F238E27FC236}">
                <a16:creationId xmlns:a16="http://schemas.microsoft.com/office/drawing/2014/main" id="{ED2700F6-9E8D-48E6-AB87-C6321A4D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业务提交记录</a:t>
            </a:r>
          </a:p>
        </p:txBody>
      </p:sp>
      <p:sp>
        <p:nvSpPr>
          <p:cNvPr id="86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4AB6B2D7-9152-41A9-8686-C2998E3A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vidence-card-2-accent">
            <a:extLst xmlns:a="http://schemas.openxmlformats.org/drawingml/2006/main">
              <a:ext uri="{FF2B5EF4-FFF2-40B4-BE49-F238E27FC236}">
                <a16:creationId xmlns:a16="http://schemas.microsoft.com/office/drawing/2014/main" id="{C7305B57-8185-48C5-A66B-BD2777F2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3_evidence_ladder:item.2.metric">
            <a:extLst xmlns:a="http://schemas.openxmlformats.org/drawingml/2006/main">
              <a:ext uri="{FF2B5EF4-FFF2-40B4-BE49-F238E27FC236}">
                <a16:creationId xmlns:a16="http://schemas.microsoft.com/office/drawing/2014/main" id="{6C252A77-D2A6-4773-9473-7B197A3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A673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7A673"/>
                </a:solidFill>
              </a:rPr>
              <a:t>B</a:t>
            </a:r>
          </a:p>
        </p:txBody>
      </p:sp>
      <p:sp>
        <p:nvSpPr>
          <p:cNvPr id="89" name="editable:component:P03_evidence_ladder:item.2.label">
            <a:extLst xmlns:a="http://schemas.openxmlformats.org/drawingml/2006/main">
              <a:ext uri="{FF2B5EF4-FFF2-40B4-BE49-F238E27FC236}">
                <a16:creationId xmlns:a16="http://schemas.microsoft.com/office/drawing/2014/main" id="{A5B99976-E182-45D5-BDD2-1E0FD456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当前版本</a:t>
            </a:r>
          </a:p>
        </p:txBody>
      </p:sp>
      <p:sp>
        <p:nvSpPr>
          <p:cNvPr id="90" name="evidence-card-2-divider">
            <a:extLst xmlns:a="http://schemas.openxmlformats.org/drawingml/2006/main">
              <a:ext uri="{FF2B5EF4-FFF2-40B4-BE49-F238E27FC236}">
                <a16:creationId xmlns:a16="http://schemas.microsoft.com/office/drawing/2014/main" id="{2CE2AE68-0AA4-4168-9E85-15AA44A1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editable:component:P03_evidence_ladder:item.2.source">
            <a:extLst xmlns:a="http://schemas.openxmlformats.org/drawingml/2006/main">
              <a:ext uri="{FF2B5EF4-FFF2-40B4-BE49-F238E27FC236}">
                <a16:creationId xmlns:a16="http://schemas.microsoft.com/office/drawing/2014/main" id="{F6D71A9A-3AF9-4A34-9D68-F5197FC6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内容确认记录</a:t>
            </a:r>
          </a:p>
        </p:txBody>
      </p:sp>
      <p:sp>
        <p:nvSpPr>
          <p:cNvPr id="92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C4F6A7D3-89A3-4FF6-B9D0-7F787C8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900" y="2336800"/>
            <a:ext cx="3149600" cy="3175000"/>
          </a:xfrm>
          <a:prstGeom xmlns:a="http://schemas.openxmlformats.org/drawingml/2006/main" prst="roundRect">
            <a:avLst>
              <a:gd name="adj" fmla="val 36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3" name="evidence-card-3-accent">
            <a:extLst xmlns:a="http://schemas.openxmlformats.org/drawingml/2006/main">
              <a:ext uri="{FF2B5EF4-FFF2-40B4-BE49-F238E27FC236}">
                <a16:creationId xmlns:a16="http://schemas.microsoft.com/office/drawing/2014/main" id="{49658CD5-50CA-4A0E-BF0E-D110B60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400300"/>
            <a:ext cx="3098800" cy="12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4" name="editable:component:P03_evidence_ladder:item.3.metric">
            <a:extLst xmlns:a="http://schemas.openxmlformats.org/drawingml/2006/main">
              <a:ext uri="{FF2B5EF4-FFF2-40B4-BE49-F238E27FC236}">
                <a16:creationId xmlns:a16="http://schemas.microsoft.com/office/drawing/2014/main" id="{F80358C7-3058-40F3-AED7-ED83497A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28956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7A52"/>
                </a:solidFill>
              </a:defRPr>
            </a:pPr>
            <a:r>
              <a:rPr sz="37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57A52"/>
                </a:solidFill>
              </a:rPr>
              <a:t>C</a:t>
            </a:r>
          </a:p>
        </p:txBody>
      </p:sp>
      <p:sp>
        <p:nvSpPr>
          <p:cNvPr id="95" name="editable:component:P03_evidence_ladder:item.3.label">
            <a:extLst xmlns:a="http://schemas.openxmlformats.org/drawingml/2006/main">
              <a:ext uri="{FF2B5EF4-FFF2-40B4-BE49-F238E27FC236}">
                <a16:creationId xmlns:a16="http://schemas.microsoft.com/office/drawing/2014/main" id="{F8C5BA8F-8CA7-4320-96AD-C3E2C2F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6000"/>
            <a:ext cx="28575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557C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取件状态</a:t>
            </a:r>
          </a:p>
        </p:txBody>
      </p:sp>
      <p:sp>
        <p:nvSpPr>
          <p:cNvPr id="96" name="evidence-card-3-divider">
            <a:extLst xmlns:a="http://schemas.openxmlformats.org/drawingml/2006/main">
              <a:ext uri="{FF2B5EF4-FFF2-40B4-BE49-F238E27FC236}">
                <a16:creationId xmlns:a16="http://schemas.microsoft.com/office/drawing/2014/main" id="{B0145573-2E83-40B6-AEEE-34218A3B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402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7" name="editable:component:P03_evidence_ladder:item.3.source">
            <a:extLst xmlns:a="http://schemas.openxmlformats.org/drawingml/2006/main">
              <a:ext uri="{FF2B5EF4-FFF2-40B4-BE49-F238E27FC236}">
                <a16:creationId xmlns:a16="http://schemas.microsoft.com/office/drawing/2014/main" id="{027F525F-1FEB-4BB1-B1C6-933C3087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8500"/>
            <a:ext cx="2857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788B"/>
                </a:solidFill>
              </a:defRPr>
            </a:pPr>
            <a:r>
              <a:rPr sz="10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5A788B"/>
                </a:solidFill>
              </a:rPr>
              <a:t>逐页验收记录</a:t>
            </a:r>
          </a:p>
        </p:txBody>
      </p:sp>
    </p:spTree>
    <p:extLst>
      <p:ext uri="{BB962C8B-B14F-4D97-AF65-F5344CB8AC3E}">
        <p14:creationId xmlns:p14="http://schemas.microsoft.com/office/powerpoint/2010/main" val="15674387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bg-chrome">
            <a:extLst xmlns:a="http://schemas.openxmlformats.org/drawingml/2006/main">
              <a:ext uri="{FF2B5EF4-FFF2-40B4-BE49-F238E27FC236}">
                <a16:creationId xmlns:a16="http://schemas.microsoft.com/office/drawing/2014/main" id="{508685C7-60C2-4DDD-83EE-BFE20CFE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6929EF2C-4FF7-4BB2-AFE1-A18B6E2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E8A220DE-2B07-4C08-A381-553A556D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15B7411E-B278-48EA-B84C-48F7C6CD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2A96AAED-8959-4AA8-BF43-C2709E1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E8602C86-8F9E-42EE-9508-D4214B5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EF951310-242D-4CB0-AA28-DDB53C3C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F929340C-8B0F-4480-987E-194699A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AD0892EC-F2A7-4704-B967-E2905882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462DB78C-95AF-486C-AE8D-C24FEBC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A66F8A1F-D044-4514-BDFB-B467034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0369633C-3D76-44BB-8DF8-127104A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0CF030D6-54AB-4D0F-9446-DD088DB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F9118BD5-4EA9-4962-A09E-0565DBE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9681FBC0-D58B-490E-9307-9933646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B05411CA-5586-4074-843D-C1D72D3B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E03F4C56-E3EE-42FC-8D94-319B5A60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CB0D8426-4583-4729-AA57-F0C50AD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3E512051-8373-4FFB-9ADD-15D9DB04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B12DED56-B7D7-4018-99A5-71E4CD63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80E07B5D-AEAF-4024-A8D6-C8286D8A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AD0D85CE-C9A6-4DA8-873F-12063EF2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13A2DD56-72D0-4FC5-9DA1-7C710BD8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B6C8981E-1B61-41C0-8B42-EA788B9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ED51E203-D674-41C5-B5FE-0F84617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23B8B95E-7E5F-4AF8-8C0D-728CA0CF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519BD2F7-7B48-47A6-9AEA-FED76A1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6219E640-994B-4086-9B69-0EB7CBEA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A6FF29EE-3245-4541-B7AE-A268BDC6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9FAD1925-C27C-420B-B509-810A9EB7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9C9945AE-1DD6-464D-84B7-6E9B617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7920CFC1-4A85-4612-A7B3-5E13A423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4079CBEC-A912-4F11-BF18-0768F9A5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A65A5989-FCD0-465F-9858-87CDDF1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1ADB300F-DD6E-4F89-A793-658B729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66F93ED1-9EB9-4E57-8C54-A381DB8F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1D336D1E-8D0F-40DC-BE35-1C4BE998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1B4CC794-031E-47BC-882F-6C82856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C3799714-13B1-4390-87A3-C806D9A0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7A27FD54-3D04-4133-BA9C-E7D02F0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A014BD96-22E0-4140-BE3A-6623494A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3AA0A654-DEE1-4569-8BF1-8F6A1CD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C256DEF9-60B2-478D-B26A-666D4F37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902920D7-3969-40CD-A462-E14AC80E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991D7D43-C728-455E-8C5E-E0228005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A317D696-DB4E-4864-B5EC-D4E8DC6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487EFAB2-0FF9-4044-90D7-24A0788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E83DC048-EF6E-451D-955F-6743896B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A89303E0-236B-4811-A51B-3AC0EE33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64BA44CC-12A6-49C3-ACD4-7DABAE46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5128C752-2799-4013-B8CC-4E84B39A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B457343E-FC50-41A9-8E6C-1D12B18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FE2480B8-AB3C-4BDE-9C84-C69E1746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E0DB61B3-8820-4483-8EF1-548A4B1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84C348A7-1670-4F7D-B5A1-DF5333D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A9D16184-141C-439E-8047-3C977C6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E434A2EE-A5E0-4E83-9B30-9DD9D008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B6174723-7E4C-472C-A16D-85FCC8B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C7B7DD60-B1A5-4D39-A0F7-1E57767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C7DEC68D-467B-4C3B-929A-2794344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BE219043-DB3E-4223-9B29-F5586F7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57E5AF70-8EB8-4E7D-8B2B-22740E5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B03C523C-6761-49DE-BDB3-0BEF4FB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2D9B2223-0BCD-4EE6-95B4-548A341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95AB217B-B322-419D-9AC3-21CC396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F86C78EA-248A-4145-AE4D-4830668A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99F7B5EC-6B84-44EA-B642-B5D87B1A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871A24C7-CB0A-4F6C-B424-F3EC5A2E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7E43CF24-F520-423B-89C6-9A728340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7564DCFA-51C5-4D93-8C8E-F299D40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F3412D0B-7A97-4945-B523-7BF7F799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6F113E1C-F176-40C0-BD8F-A4EEB278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5B06949B-6D54-4F25-AAC9-E3889544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52EAF843-3C2E-4E7A-9362-BC4D015C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ECE39023-DE7F-4FA7-A482-335055A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4_product_overview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A3C21C45-C2D5-41B1-88F8-E5D349F5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4_product_overview:chapter">
            <a:extLst xmlns:a="http://schemas.openxmlformats.org/drawingml/2006/main">
              <a:ext uri="{FF2B5EF4-FFF2-40B4-BE49-F238E27FC236}">
                <a16:creationId xmlns:a16="http://schemas.microsoft.com/office/drawing/2014/main" id="{E18D0BAB-129E-4D6F-AA84-F77D8FD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再看物料总览</a:t>
            </a:r>
          </a:p>
        </p:txBody>
      </p:sp>
      <p:sp>
        <p:nvSpPr>
          <p:cNvPr id="78" name="editable:component:P04_product_overview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C147240A-14ED-4398-948F-B47AD95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overview-stage">
            <a:extLst xmlns:a="http://schemas.openxmlformats.org/drawingml/2006/main">
              <a:ext uri="{FF2B5EF4-FFF2-40B4-BE49-F238E27FC236}">
                <a16:creationId xmlns:a16="http://schemas.microsoft.com/office/drawing/2014/main" id="{912CC917-6A5B-4F34-A351-B3700F7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overview-pack-stage">
            <a:extLst xmlns:a="http://schemas.openxmlformats.org/drawingml/2006/main">
              <a:ext uri="{FF2B5EF4-FFF2-40B4-BE49-F238E27FC236}">
                <a16:creationId xmlns:a16="http://schemas.microsoft.com/office/drawing/2014/main" id="{4C458CA1-1505-47A7-89E0-92186E0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222500"/>
            <a:ext cx="3175000" cy="33020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f3f7b39ff41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750" y="2833688"/>
            <a:ext cx="2603500" cy="1952625"/>
          </a:xfrm>
          <a:prstGeom xmlns:a="http://schemas.openxmlformats.org/drawingml/2006/main" prst="rect">
            <a:avLst/>
          </a:prstGeom>
        </p:spPr>
      </p:pic>
      <p:sp>
        <p:nvSpPr>
          <p:cNvPr id="82" name="overview-fact-1">
            <a:extLst xmlns:a="http://schemas.openxmlformats.org/drawingml/2006/main">
              <a:ext uri="{FF2B5EF4-FFF2-40B4-BE49-F238E27FC236}">
                <a16:creationId xmlns:a16="http://schemas.microsoft.com/office/drawing/2014/main" id="{EB55D8C6-6279-41B1-853C-5554627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2222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3" name="editable:component:P04_product_overview:fact.1.label__pill">
            <a:extLst xmlns:a="http://schemas.openxmlformats.org/drawingml/2006/main">
              <a:ext uri="{FF2B5EF4-FFF2-40B4-BE49-F238E27FC236}">
                <a16:creationId xmlns:a16="http://schemas.microsoft.com/office/drawing/2014/main" id="{5CCDE8D7-F325-4FF0-AB7F-30478D5E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4" name="editable:component:P04_product_overview:fact.1.label">
            <a:extLst xmlns:a="http://schemas.openxmlformats.org/drawingml/2006/main">
              <a:ext uri="{FF2B5EF4-FFF2-40B4-BE49-F238E27FC236}">
                <a16:creationId xmlns:a16="http://schemas.microsoft.com/office/drawing/2014/main" id="{456F9309-38D5-46C0-A9D1-FAD6419A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0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物料编号</a:t>
            </a:r>
          </a:p>
        </p:txBody>
      </p:sp>
      <p:sp>
        <p:nvSpPr>
          <p:cNvPr id="85" name="editable:component:P04_product_overview:fact.1.value">
            <a:extLst xmlns:a="http://schemas.openxmlformats.org/drawingml/2006/main">
              <a:ext uri="{FF2B5EF4-FFF2-40B4-BE49-F238E27FC236}">
                <a16:creationId xmlns:a16="http://schemas.microsoft.com/office/drawing/2014/main" id="{4EB19FE9-9B24-4FA0-A9E7-8F336E07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2540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UAT-B-02</a:t>
            </a:r>
          </a:p>
        </p:txBody>
      </p:sp>
      <p:sp>
        <p:nvSpPr>
          <p:cNvPr id="86" name="overview-fact-2">
            <a:extLst xmlns:a="http://schemas.openxmlformats.org/drawingml/2006/main">
              <a:ext uri="{FF2B5EF4-FFF2-40B4-BE49-F238E27FC236}">
                <a16:creationId xmlns:a16="http://schemas.microsoft.com/office/drawing/2014/main" id="{203F7C30-287B-490B-B26A-DF42754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3238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ditable:component:P04_product_overview:fact.2.label__pill">
            <a:extLst xmlns:a="http://schemas.openxmlformats.org/drawingml/2006/main">
              <a:ext uri="{FF2B5EF4-FFF2-40B4-BE49-F238E27FC236}">
                <a16:creationId xmlns:a16="http://schemas.microsoft.com/office/drawing/2014/main" id="{D061101E-F3C4-46D1-A31C-088C34C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21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4_product_overview:fact.2.label">
            <a:extLst xmlns:a="http://schemas.openxmlformats.org/drawingml/2006/main">
              <a:ext uri="{FF2B5EF4-FFF2-40B4-BE49-F238E27FC236}">
                <a16:creationId xmlns:a16="http://schemas.microsoft.com/office/drawing/2014/main" id="{B029BAE5-2557-48E8-A6CC-A0BB0924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46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当前版本</a:t>
            </a:r>
          </a:p>
        </p:txBody>
      </p:sp>
      <p:sp>
        <p:nvSpPr>
          <p:cNvPr id="89" name="editable:component:P04_product_overview:fact.2.value">
            <a:extLst xmlns:a="http://schemas.openxmlformats.org/drawingml/2006/main">
              <a:ext uri="{FF2B5EF4-FFF2-40B4-BE49-F238E27FC236}">
                <a16:creationId xmlns:a16="http://schemas.microsoft.com/office/drawing/2014/main" id="{2F82B926-59DF-4101-B47B-DAEB3B5F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3556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V2</a:t>
            </a:r>
          </a:p>
        </p:txBody>
      </p:sp>
      <p:sp>
        <p:nvSpPr>
          <p:cNvPr id="90" name="overview-fact-3">
            <a:extLst xmlns:a="http://schemas.openxmlformats.org/drawingml/2006/main">
              <a:ext uri="{FF2B5EF4-FFF2-40B4-BE49-F238E27FC236}">
                <a16:creationId xmlns:a16="http://schemas.microsoft.com/office/drawing/2014/main" id="{26E59EF7-9426-49CD-98F9-A3EEA6F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4254500"/>
            <a:ext cx="6604000" cy="8890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editable:component:P04_product_overview:fact.3.label__pill">
            <a:extLst xmlns:a="http://schemas.openxmlformats.org/drawingml/2006/main">
              <a:ext uri="{FF2B5EF4-FFF2-40B4-BE49-F238E27FC236}">
                <a16:creationId xmlns:a16="http://schemas.microsoft.com/office/drawing/2014/main" id="{B0BD9218-DE8A-4B88-8068-A37744CD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37050"/>
            <a:ext cx="101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92" name="editable:component:P04_product_overview:fact.3.label">
            <a:extLst xmlns:a="http://schemas.openxmlformats.org/drawingml/2006/main">
              <a:ext uri="{FF2B5EF4-FFF2-40B4-BE49-F238E27FC236}">
                <a16:creationId xmlns:a16="http://schemas.microsoft.com/office/drawing/2014/main" id="{8955B3A6-8693-438B-AFCC-816666D9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62450"/>
            <a:ext cx="863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陈列范围</a:t>
            </a:r>
          </a:p>
        </p:txBody>
      </p:sp>
      <p:sp>
        <p:nvSpPr>
          <p:cNvPr id="93" name="editable:component:P04_product_overview:fact.3.value">
            <a:extLst xmlns:a="http://schemas.openxmlformats.org/drawingml/2006/main">
              <a:ext uri="{FF2B5EF4-FFF2-40B4-BE49-F238E27FC236}">
                <a16:creationId xmlns:a16="http://schemas.microsoft.com/office/drawing/2014/main" id="{2CD4AFB8-03FD-43DE-A31F-C632A312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4572000"/>
            <a:ext cx="62611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内部验收台</a:t>
            </a:r>
          </a:p>
        </p:txBody>
      </p:sp>
      <p:sp>
        <p:nvSpPr>
          <p:cNvPr id="94" name="note-bar">
            <a:extLst xmlns:a="http://schemas.openxmlformats.org/drawingml/2006/main">
              <a:ext uri="{FF2B5EF4-FFF2-40B4-BE49-F238E27FC236}">
                <a16:creationId xmlns:a16="http://schemas.microsoft.com/office/drawing/2014/main" id="{72EFA92A-9D5A-4736-B794-FD822400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500" y="5530850"/>
            <a:ext cx="6604000" cy="4318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5" name="editable:component:P04_product_overview:statement">
            <a:extLst xmlns:a="http://schemas.openxmlformats.org/drawingml/2006/main">
              <a:ext uri="{FF2B5EF4-FFF2-40B4-BE49-F238E27FC236}">
                <a16:creationId xmlns:a16="http://schemas.microsoft.com/office/drawing/2014/main" id="{E47AC4B4-ED2D-45D5-8D3C-7CCD2E7B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62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凭证与物料信息一致，才能进入交付核对。</a:t>
            </a:r>
          </a:p>
        </p:txBody>
      </p:sp>
    </p:spTree>
    <p:extLst>
      <p:ext uri="{BB962C8B-B14F-4D97-AF65-F5344CB8AC3E}">
        <p14:creationId xmlns:p14="http://schemas.microsoft.com/office/powerpoint/2010/main" val="13799083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bg-chrome">
            <a:extLst xmlns:a="http://schemas.openxmlformats.org/drawingml/2006/main">
              <a:ext uri="{FF2B5EF4-FFF2-40B4-BE49-F238E27FC236}">
                <a16:creationId xmlns:a16="http://schemas.microsoft.com/office/drawing/2014/main" id="{69043320-D680-4AB5-AA44-B451A35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D9984FA8-93BF-45D3-BC11-9E98EBA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17A5329B-9F8A-4A7D-B0CE-58B8971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84323C4F-6D21-4328-B152-629FACC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8983E8AE-D3FB-498B-A731-0438FE6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3651C9AC-728A-46BD-AF79-EB656F5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BC6DC23B-8DA2-4DA1-A77D-D0623617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B3F977BD-94C5-4FA4-82B5-DDB8399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82D6278D-5C18-4EBD-87FB-A3B853F0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54CD35A0-CD3B-4190-B167-264E233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8B10331F-2F21-4CBE-83D5-45302215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4BF7EC70-227C-468F-9D6A-BE65C03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D7CCE476-B9C6-4848-B0DB-76123604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A73B9E26-1ED0-4A56-A1AB-83EEE188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B57E85E4-6903-4D42-8A81-DF90A4A9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55B87B0E-8ABC-4F90-AB42-BB2853F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043DBAE6-D230-421B-9BB2-4F61BB2B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8A02FFCC-E708-40E7-8C5E-10A71CBE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1289D5E0-8333-4785-802D-5C9CF71F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FEFC2631-D2EA-4BAE-BDB0-EA5FDFF6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A1EF0C61-B245-46F8-8265-42D2B715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7810C3F7-D3E6-44E9-A016-68B7CD7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67A911E7-A073-4009-9F99-7956951D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5D14B34C-0343-4A1A-8561-6687F6F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913AB44E-1211-42E7-B6F1-3DD75D38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F80116B2-32A0-4917-B527-770C1996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57E5783E-237A-4AAA-B8D0-43F3EE5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7FF7623B-DF54-4699-85A3-EA09551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A9D13F72-0C50-4CB3-A932-5615B936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22B5F786-732C-402E-B62A-32BE2B1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98369671-6072-4683-82B7-BE57FAAF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640970EB-0A72-401B-9330-36E0E590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19761183-F873-4CB4-B785-CB198DE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C0AE8F5D-439A-4546-92B3-F6285903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0B3CF6E5-60B7-4C6B-8D63-CACB4636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E671F2E4-7EEB-4185-A64B-CE57117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743ADA1A-568D-4D7A-A8C3-D5E4DE71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7925BE9A-B4EA-49E4-8810-A13C33EE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4260A233-2F32-4B95-B977-CAFDA6A4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4982DD6C-C79E-4141-909D-9EBEB411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CC31EA67-3063-4F82-BCA9-A3B3885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D8D3E5B9-B35F-44FF-96F2-16A05240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D618D871-898B-4D12-B689-2F84F49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2FDC6F37-DF8C-4B01-A55A-1FF589A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35E69CB5-84B9-4835-947D-DDAA7B4F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F0EE62BC-A50A-485C-9D1C-B8D57AF6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F8EBE3B2-3439-451C-B1DB-D0F0D982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27FF4D92-6EFE-4A98-8CDA-9660947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DC4CF30F-4F0F-4306-BA33-5C8950BE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13E47396-F5A8-4111-8397-E3F7A1E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B0CA9F7A-26E1-4FFE-BCF7-FD89F52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EBD8B13E-B6C6-4182-972C-02C12DC0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49AAF3F9-B95E-4A8A-ACA6-38AF8F8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85C51CC1-4211-4D68-BC0D-2336847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35E6EA23-1939-497B-8730-DED3272B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E850F896-7292-436C-A7F6-AF44863F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81D4FFF1-319D-46E2-A0F4-672A01E3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404B3759-D3A4-4E8F-8D25-45FA3A5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9DBDFAEF-97E3-4359-8BEA-DC36335C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CC9F8334-6E20-42A6-98B5-113759C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0666286A-AEFC-4431-B01F-B26FCF3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EA31E382-63FD-448B-BD32-5D9A153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4D761DE5-9718-4C9F-A7D7-BC3A3BC4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FADD2A6F-D435-4EE5-BBCA-7E7DCE53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18A1E3DE-0497-43F5-8AEB-20309CF7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BD4060C9-8CF5-43C4-9CD6-580ED89B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99C5C378-24F4-4597-9657-232CF508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61330973-1F04-417A-8DB1-6B930AA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5C47AF0-5C12-4802-B104-F2FC789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066A7660-7027-4F89-895E-06C72CCE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FC44281B-1046-4219-AEFA-915949D0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F60617DB-6308-4894-9E94-F039F9B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5952C326-1AA7-40C7-AB60-31279434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B610401A-2FC9-460A-952A-E0C051F1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2904021D-50FD-4B90-A206-C4C0680B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5_objection_handling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5A2FCBAC-B0E3-4A84-8CDE-893D651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5_objection_handling:chapter">
            <a:extLst xmlns:a="http://schemas.openxmlformats.org/drawingml/2006/main">
              <a:ext uri="{FF2B5EF4-FFF2-40B4-BE49-F238E27FC236}">
                <a16:creationId xmlns:a16="http://schemas.microsoft.com/office/drawing/2014/main" id="{914BC64E-903C-441C-8F3E-4D5272BA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临时变更如何处理</a:t>
            </a:r>
          </a:p>
        </p:txBody>
      </p:sp>
      <p:sp>
        <p:nvSpPr>
          <p:cNvPr id="78" name="editable:component:P05_objection_handling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019AF57D-5750-430C-BED3-F2ECA64A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objection-table">
            <a:extLst xmlns:a="http://schemas.openxmlformats.org/drawingml/2006/main">
              <a:ext uri="{FF2B5EF4-FFF2-40B4-BE49-F238E27FC236}">
                <a16:creationId xmlns:a16="http://schemas.microsoft.com/office/drawing/2014/main" id="{E0851B4F-FCE3-4F8B-A7CE-AB12BE7B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809750"/>
            <a:ext cx="10922000" cy="41275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0" name="editable:component:P05_objection_handling:row.1.objection__pill">
            <a:extLst xmlns:a="http://schemas.openxmlformats.org/drawingml/2006/main">
              <a:ext uri="{FF2B5EF4-FFF2-40B4-BE49-F238E27FC236}">
                <a16:creationId xmlns:a16="http://schemas.microsoft.com/office/drawing/2014/main" id="{F60AC3A1-5B6E-4777-9679-ADDC8B1E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1943100"/>
            <a:ext cx="2095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81" name="editable:component:P05_objection_handling:row.1.objection">
            <a:extLst xmlns:a="http://schemas.openxmlformats.org/drawingml/2006/main">
              <a:ext uri="{FF2B5EF4-FFF2-40B4-BE49-F238E27FC236}">
                <a16:creationId xmlns:a16="http://schemas.microsoft.com/office/drawing/2014/main" id="{C76319EC-4A74-4742-B752-73FBC23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841500" cy="16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能否临时替换图片？</a:t>
            </a:r>
          </a:p>
        </p:txBody>
      </p:sp>
      <p:sp>
        <p:nvSpPr>
          <p:cNvPr id="82" name="editable:component:P05_objection_handling:row.1.response">
            <a:extLst xmlns:a="http://schemas.openxmlformats.org/drawingml/2006/main">
              <a:ext uri="{FF2B5EF4-FFF2-40B4-BE49-F238E27FC236}">
                <a16:creationId xmlns:a16="http://schemas.microsoft.com/office/drawing/2014/main" id="{1077CEFA-C292-45C8-B396-0D8FE7C4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981200"/>
            <a:ext cx="4381500" cy="17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先提交新文件并记录替换原因。</a:t>
            </a:r>
          </a:p>
        </p:txBody>
      </p:sp>
      <p:sp>
        <p:nvSpPr>
          <p:cNvPr id="83" name="objection-boundary-1">
            <a:extLst xmlns:a="http://schemas.openxmlformats.org/drawingml/2006/main">
              <a:ext uri="{FF2B5EF4-FFF2-40B4-BE49-F238E27FC236}">
                <a16:creationId xmlns:a16="http://schemas.microsoft.com/office/drawing/2014/main" id="{4DAB6993-5A2B-42AF-963A-8FE4FE21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943100"/>
            <a:ext cx="2984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4" name="objection-boundary-1-rail">
            <a:extLst xmlns:a="http://schemas.openxmlformats.org/drawingml/2006/main">
              <a:ext uri="{FF2B5EF4-FFF2-40B4-BE49-F238E27FC236}">
                <a16:creationId xmlns:a16="http://schemas.microsoft.com/office/drawing/2014/main" id="{AD414E37-E82B-42C8-9F46-C3FF65F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0510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5" name="editable:component:P05_objection_handling:row.1.boundary">
            <a:extLst xmlns:a="http://schemas.openxmlformats.org/drawingml/2006/main">
              <a:ext uri="{FF2B5EF4-FFF2-40B4-BE49-F238E27FC236}">
                <a16:creationId xmlns:a16="http://schemas.microsoft.com/office/drawing/2014/main" id="{DD928271-7C6E-4292-AE1C-E2C76B3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93900"/>
            <a:ext cx="247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557C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视觉确认前不得进入交付。</a:t>
            </a:r>
          </a:p>
        </p:txBody>
      </p:sp>
      <p:sp>
        <p:nvSpPr>
          <p:cNvPr id="86" name="objection-row-2-divider">
            <a:extLst xmlns:a="http://schemas.openxmlformats.org/drawingml/2006/main">
              <a:ext uri="{FF2B5EF4-FFF2-40B4-BE49-F238E27FC236}">
                <a16:creationId xmlns:a16="http://schemas.microsoft.com/office/drawing/2014/main" id="{E1B11220-BAA9-4D18-8D9E-69F5708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39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E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87" name="editable:component:P05_objection_handling:row.2.objection__pill">
            <a:extLst xmlns:a="http://schemas.openxmlformats.org/drawingml/2006/main">
              <a:ext uri="{FF2B5EF4-FFF2-40B4-BE49-F238E27FC236}">
                <a16:creationId xmlns:a16="http://schemas.microsoft.com/office/drawing/2014/main" id="{9ABC68EC-EBB8-41B0-A141-6C344731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006850"/>
            <a:ext cx="2095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88" name="editable:component:P05_objection_handling:row.2.objection">
            <a:extLst xmlns:a="http://schemas.openxmlformats.org/drawingml/2006/main">
              <a:ext uri="{FF2B5EF4-FFF2-40B4-BE49-F238E27FC236}">
                <a16:creationId xmlns:a16="http://schemas.microsoft.com/office/drawing/2014/main" id="{A842E235-FB18-4F03-BD8F-2A326FAC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4000"/>
            <a:ext cx="1841500" cy="168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能否沿用旧版本？</a:t>
            </a:r>
          </a:p>
        </p:txBody>
      </p:sp>
      <p:sp>
        <p:nvSpPr>
          <p:cNvPr id="89" name="editable:component:P05_objection_handling:row.2.response">
            <a:extLst xmlns:a="http://schemas.openxmlformats.org/drawingml/2006/main">
              <a:ext uri="{FF2B5EF4-FFF2-40B4-BE49-F238E27FC236}">
                <a16:creationId xmlns:a16="http://schemas.microsoft.com/office/drawing/2014/main" id="{3A026043-34F2-4F20-8DF8-54478F5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4044950"/>
            <a:ext cx="4381500" cy="172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44A"/>
                </a:solidFill>
              </a:defRPr>
            </a:pPr>
            <a:r>
              <a:rPr sz="127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先核对当前批准记录。</a:t>
            </a:r>
          </a:p>
        </p:txBody>
      </p:sp>
      <p:sp>
        <p:nvSpPr>
          <p:cNvPr id="90" name="objection-boundary-2">
            <a:extLst xmlns:a="http://schemas.openxmlformats.org/drawingml/2006/main">
              <a:ext uri="{FF2B5EF4-FFF2-40B4-BE49-F238E27FC236}">
                <a16:creationId xmlns:a16="http://schemas.microsoft.com/office/drawing/2014/main" id="{0F4C3201-9D9F-4B78-9168-5DA11FE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006850"/>
            <a:ext cx="2984500" cy="1797050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14288">
            <a:solidFill>
              <a:srgbClr val="A8D8EC"/>
            </a:solidFill>
            <a:prstDash val="solid"/>
          </a:ln>
        </p:spPr>
      </p:sp>
      <p:sp>
        <p:nvSpPr>
          <p:cNvPr id="91" name="objection-boundary-2-rail">
            <a:extLst xmlns:a="http://schemas.openxmlformats.org/drawingml/2006/main">
              <a:ext uri="{FF2B5EF4-FFF2-40B4-BE49-F238E27FC236}">
                <a16:creationId xmlns:a16="http://schemas.microsoft.com/office/drawing/2014/main" id="{C10C777E-E981-4F7B-944C-4F81F22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41148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14288">
            <a:solidFill>
              <a:srgbClr val="17A673"/>
            </a:solidFill>
            <a:prstDash val="solid"/>
          </a:ln>
        </p:spPr>
      </p:sp>
      <p:sp>
        <p:nvSpPr>
          <p:cNvPr id="92" name="editable:component:P05_objection_handling:row.2.boundary">
            <a:extLst xmlns:a="http://schemas.openxmlformats.org/drawingml/2006/main">
              <a:ext uri="{FF2B5EF4-FFF2-40B4-BE49-F238E27FC236}">
                <a16:creationId xmlns:a16="http://schemas.microsoft.com/office/drawing/2014/main" id="{4280617D-88F4-475D-9DC8-D89D5F0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47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557C"/>
                </a:solidFill>
              </a:defRPr>
            </a:pPr>
            <a:r>
              <a:rPr sz="1125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0B557C"/>
                </a:solidFill>
              </a:rPr>
              <a:t>无法确认时停止使用旧文件。</a:t>
            </a:r>
          </a:p>
        </p:txBody>
      </p:sp>
    </p:spTree>
    <p:extLst>
      <p:ext uri="{BB962C8B-B14F-4D97-AF65-F5344CB8AC3E}">
        <p14:creationId xmlns:p14="http://schemas.microsoft.com/office/powerpoint/2010/main" val="957568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bg-chrome">
            <a:extLst xmlns:a="http://schemas.openxmlformats.org/drawingml/2006/main">
              <a:ext uri="{FF2B5EF4-FFF2-40B4-BE49-F238E27FC236}">
                <a16:creationId xmlns:a16="http://schemas.microsoft.com/office/drawing/2014/main" id="{A15F7BEA-E258-4F91-BF5C-09A165CE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A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grid-1-1">
            <a:extLst xmlns:a="http://schemas.openxmlformats.org/drawingml/2006/main">
              <a:ext uri="{FF2B5EF4-FFF2-40B4-BE49-F238E27FC236}">
                <a16:creationId xmlns:a16="http://schemas.microsoft.com/office/drawing/2014/main" id="{51F6BE3B-C891-4A27-825D-89BEE432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g-grid-1-2">
            <a:extLst xmlns:a="http://schemas.openxmlformats.org/drawingml/2006/main">
              <a:ext uri="{FF2B5EF4-FFF2-40B4-BE49-F238E27FC236}">
                <a16:creationId xmlns:a16="http://schemas.microsoft.com/office/drawing/2014/main" id="{42D8396F-7A0F-456B-ACEB-18B266B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g-grid-1-3">
            <a:extLst xmlns:a="http://schemas.openxmlformats.org/drawingml/2006/main">
              <a:ext uri="{FF2B5EF4-FFF2-40B4-BE49-F238E27FC236}">
                <a16:creationId xmlns:a16="http://schemas.microsoft.com/office/drawing/2014/main" id="{763EE76F-45C6-470E-ADC9-A03CC071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g-grid-1-4">
            <a:extLst xmlns:a="http://schemas.openxmlformats.org/drawingml/2006/main">
              <a:ext uri="{FF2B5EF4-FFF2-40B4-BE49-F238E27FC236}">
                <a16:creationId xmlns:a16="http://schemas.microsoft.com/office/drawing/2014/main" id="{F9D8302A-25E4-4CCF-B36F-34BA1CE9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g-grid-1-5">
            <a:extLst xmlns:a="http://schemas.openxmlformats.org/drawingml/2006/main">
              <a:ext uri="{FF2B5EF4-FFF2-40B4-BE49-F238E27FC236}">
                <a16:creationId xmlns:a16="http://schemas.microsoft.com/office/drawing/2014/main" id="{997E9ECB-E7F8-4411-A593-952CAA34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g-grid-1-6">
            <a:extLst xmlns:a="http://schemas.openxmlformats.org/drawingml/2006/main">
              <a:ext uri="{FF2B5EF4-FFF2-40B4-BE49-F238E27FC236}">
                <a16:creationId xmlns:a16="http://schemas.microsoft.com/office/drawing/2014/main" id="{3BF8F593-DD43-4917-A1D5-42805E1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g-grid-1-7">
            <a:extLst xmlns:a="http://schemas.openxmlformats.org/drawingml/2006/main">
              <a:ext uri="{FF2B5EF4-FFF2-40B4-BE49-F238E27FC236}">
                <a16:creationId xmlns:a16="http://schemas.microsoft.com/office/drawing/2014/main" id="{36DC80E8-FEB1-46EA-892B-5D77D90A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g-grid-1-8">
            <a:extLst xmlns:a="http://schemas.openxmlformats.org/drawingml/2006/main">
              <a:ext uri="{FF2B5EF4-FFF2-40B4-BE49-F238E27FC236}">
                <a16:creationId xmlns:a16="http://schemas.microsoft.com/office/drawing/2014/main" id="{CA7B7E69-C381-46D6-97C6-0D4D725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g-grid-1-9">
            <a:extLst xmlns:a="http://schemas.openxmlformats.org/drawingml/2006/main">
              <a:ext uri="{FF2B5EF4-FFF2-40B4-BE49-F238E27FC236}">
                <a16:creationId xmlns:a16="http://schemas.microsoft.com/office/drawing/2014/main" id="{57F422A7-2254-42B4-892F-7A7B0518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g-grid-1-10">
            <a:extLst xmlns:a="http://schemas.openxmlformats.org/drawingml/2006/main">
              <a:ext uri="{FF2B5EF4-FFF2-40B4-BE49-F238E27FC236}">
                <a16:creationId xmlns:a16="http://schemas.microsoft.com/office/drawing/2014/main" id="{362E399C-E29F-4BAF-A501-7BB9F68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g-grid-1-11">
            <a:extLst xmlns:a="http://schemas.openxmlformats.org/drawingml/2006/main">
              <a:ext uri="{FF2B5EF4-FFF2-40B4-BE49-F238E27FC236}">
                <a16:creationId xmlns:a16="http://schemas.microsoft.com/office/drawing/2014/main" id="{1824B29F-783D-4C70-AB15-6C4FD77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g-grid-1-12">
            <a:extLst xmlns:a="http://schemas.openxmlformats.org/drawingml/2006/main">
              <a:ext uri="{FF2B5EF4-FFF2-40B4-BE49-F238E27FC236}">
                <a16:creationId xmlns:a16="http://schemas.microsoft.com/office/drawing/2014/main" id="{D3B96B5B-5A8C-45B5-818A-033E167E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7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g-grid-2-1">
            <a:extLst xmlns:a="http://schemas.openxmlformats.org/drawingml/2006/main">
              <a:ext uri="{FF2B5EF4-FFF2-40B4-BE49-F238E27FC236}">
                <a16:creationId xmlns:a16="http://schemas.microsoft.com/office/drawing/2014/main" id="{1A43688B-0006-4F5D-B37C-DDE4786A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g-grid-2-2">
            <a:extLst xmlns:a="http://schemas.openxmlformats.org/drawingml/2006/main">
              <a:ext uri="{FF2B5EF4-FFF2-40B4-BE49-F238E27FC236}">
                <a16:creationId xmlns:a16="http://schemas.microsoft.com/office/drawing/2014/main" id="{70AB9ADD-0931-41D0-AB9F-568CBBB8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g-grid-2-3">
            <a:extLst xmlns:a="http://schemas.openxmlformats.org/drawingml/2006/main">
              <a:ext uri="{FF2B5EF4-FFF2-40B4-BE49-F238E27FC236}">
                <a16:creationId xmlns:a16="http://schemas.microsoft.com/office/drawing/2014/main" id="{5013DD15-271F-4C82-8D28-26BD6404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g-grid-2-4">
            <a:extLst xmlns:a="http://schemas.openxmlformats.org/drawingml/2006/main">
              <a:ext uri="{FF2B5EF4-FFF2-40B4-BE49-F238E27FC236}">
                <a16:creationId xmlns:a16="http://schemas.microsoft.com/office/drawing/2014/main" id="{B38ECDC7-C69E-4D04-9D2B-B858A55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g-grid-2-5">
            <a:extLst xmlns:a="http://schemas.openxmlformats.org/drawingml/2006/main">
              <a:ext uri="{FF2B5EF4-FFF2-40B4-BE49-F238E27FC236}">
                <a16:creationId xmlns:a16="http://schemas.microsoft.com/office/drawing/2014/main" id="{5EBD46EB-386C-4C90-B88F-FF422DB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g-grid-2-6">
            <a:extLst xmlns:a="http://schemas.openxmlformats.org/drawingml/2006/main">
              <a:ext uri="{FF2B5EF4-FFF2-40B4-BE49-F238E27FC236}">
                <a16:creationId xmlns:a16="http://schemas.microsoft.com/office/drawing/2014/main" id="{3D8C0EFD-4EEC-4FEB-891B-12810B0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g-grid-2-7">
            <a:extLst xmlns:a="http://schemas.openxmlformats.org/drawingml/2006/main">
              <a:ext uri="{FF2B5EF4-FFF2-40B4-BE49-F238E27FC236}">
                <a16:creationId xmlns:a16="http://schemas.microsoft.com/office/drawing/2014/main" id="{5F90425C-67D6-4D5B-8749-C4AB6E4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g-grid-2-8">
            <a:extLst xmlns:a="http://schemas.openxmlformats.org/drawingml/2006/main">
              <a:ext uri="{FF2B5EF4-FFF2-40B4-BE49-F238E27FC236}">
                <a16:creationId xmlns:a16="http://schemas.microsoft.com/office/drawing/2014/main" id="{3F4CC4A6-DCDE-4ABF-90FE-A7EBBA23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g-grid-2-9">
            <a:extLst xmlns:a="http://schemas.openxmlformats.org/drawingml/2006/main">
              <a:ext uri="{FF2B5EF4-FFF2-40B4-BE49-F238E27FC236}">
                <a16:creationId xmlns:a16="http://schemas.microsoft.com/office/drawing/2014/main" id="{F3FA1C5B-3EFB-4568-B0A3-7A03C8C3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g-grid-2-10">
            <a:extLst xmlns:a="http://schemas.openxmlformats.org/drawingml/2006/main">
              <a:ext uri="{FF2B5EF4-FFF2-40B4-BE49-F238E27FC236}">
                <a16:creationId xmlns:a16="http://schemas.microsoft.com/office/drawing/2014/main" id="{E8F3850B-43F7-4AC2-8B90-85FE5CC3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g-grid-2-11">
            <a:extLst xmlns:a="http://schemas.openxmlformats.org/drawingml/2006/main">
              <a:ext uri="{FF2B5EF4-FFF2-40B4-BE49-F238E27FC236}">
                <a16:creationId xmlns:a16="http://schemas.microsoft.com/office/drawing/2014/main" id="{FFDC3AA9-BEE3-4535-A43E-382FFBD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g-grid-2-12">
            <a:extLst xmlns:a="http://schemas.openxmlformats.org/drawingml/2006/main">
              <a:ext uri="{FF2B5EF4-FFF2-40B4-BE49-F238E27FC236}">
                <a16:creationId xmlns:a16="http://schemas.microsoft.com/office/drawing/2014/main" id="{C95EADE7-B006-45CB-BD77-E9D1E88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1530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g-grid-3-1">
            <a:extLst xmlns:a="http://schemas.openxmlformats.org/drawingml/2006/main">
              <a:ext uri="{FF2B5EF4-FFF2-40B4-BE49-F238E27FC236}">
                <a16:creationId xmlns:a16="http://schemas.microsoft.com/office/drawing/2014/main" id="{90985F2C-0956-47DF-9972-E8419CD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g-grid-3-2">
            <a:extLst xmlns:a="http://schemas.openxmlformats.org/drawingml/2006/main">
              <a:ext uri="{FF2B5EF4-FFF2-40B4-BE49-F238E27FC236}">
                <a16:creationId xmlns:a16="http://schemas.microsoft.com/office/drawing/2014/main" id="{C0B45B2B-D657-4A65-83CA-5738E459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g-grid-3-3">
            <a:extLst xmlns:a="http://schemas.openxmlformats.org/drawingml/2006/main">
              <a:ext uri="{FF2B5EF4-FFF2-40B4-BE49-F238E27FC236}">
                <a16:creationId xmlns:a16="http://schemas.microsoft.com/office/drawing/2014/main" id="{505F98E0-FB42-461D-BA12-BE15635E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g-grid-3-4">
            <a:extLst xmlns:a="http://schemas.openxmlformats.org/drawingml/2006/main">
              <a:ext uri="{FF2B5EF4-FFF2-40B4-BE49-F238E27FC236}">
                <a16:creationId xmlns:a16="http://schemas.microsoft.com/office/drawing/2014/main" id="{C20DD858-6126-40CB-9C65-6BF1F82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g-grid-3-5">
            <a:extLst xmlns:a="http://schemas.openxmlformats.org/drawingml/2006/main">
              <a:ext uri="{FF2B5EF4-FFF2-40B4-BE49-F238E27FC236}">
                <a16:creationId xmlns:a16="http://schemas.microsoft.com/office/drawing/2014/main" id="{06180D65-28CD-475A-94C2-E35FFAA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g-grid-3-6">
            <a:extLst xmlns:a="http://schemas.openxmlformats.org/drawingml/2006/main">
              <a:ext uri="{FF2B5EF4-FFF2-40B4-BE49-F238E27FC236}">
                <a16:creationId xmlns:a16="http://schemas.microsoft.com/office/drawing/2014/main" id="{E161E9A4-AD18-4733-AAA1-AA2FD647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g-grid-3-7">
            <a:extLst xmlns:a="http://schemas.openxmlformats.org/drawingml/2006/main">
              <a:ext uri="{FF2B5EF4-FFF2-40B4-BE49-F238E27FC236}">
                <a16:creationId xmlns:a16="http://schemas.microsoft.com/office/drawing/2014/main" id="{0D8AD4A4-80E5-4E33-B29F-CD46B53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g-grid-3-8">
            <a:extLst xmlns:a="http://schemas.openxmlformats.org/drawingml/2006/main">
              <a:ext uri="{FF2B5EF4-FFF2-40B4-BE49-F238E27FC236}">
                <a16:creationId xmlns:a16="http://schemas.microsoft.com/office/drawing/2014/main" id="{15580102-8A0F-4A2C-BEAF-5475184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g-grid-3-9">
            <a:extLst xmlns:a="http://schemas.openxmlformats.org/drawingml/2006/main">
              <a:ext uri="{FF2B5EF4-FFF2-40B4-BE49-F238E27FC236}">
                <a16:creationId xmlns:a16="http://schemas.microsoft.com/office/drawing/2014/main" id="{C6207285-FE8F-49D1-9FED-A92332A4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g-grid-3-10">
            <a:extLst xmlns:a="http://schemas.openxmlformats.org/drawingml/2006/main">
              <a:ext uri="{FF2B5EF4-FFF2-40B4-BE49-F238E27FC236}">
                <a16:creationId xmlns:a16="http://schemas.microsoft.com/office/drawing/2014/main" id="{8288DA51-A24B-4ED1-B505-88CBC63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g-grid-3-11">
            <a:extLst xmlns:a="http://schemas.openxmlformats.org/drawingml/2006/main">
              <a:ext uri="{FF2B5EF4-FFF2-40B4-BE49-F238E27FC236}">
                <a16:creationId xmlns:a16="http://schemas.microsoft.com/office/drawing/2014/main" id="{B9DCABE2-49DA-4C40-9EDB-166EED48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g-grid-3-12">
            <a:extLst xmlns:a="http://schemas.openxmlformats.org/drawingml/2006/main">
              <a:ext uri="{FF2B5EF4-FFF2-40B4-BE49-F238E27FC236}">
                <a16:creationId xmlns:a16="http://schemas.microsoft.com/office/drawing/2014/main" id="{2FE155FA-C8D1-455E-B85D-C8B908B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2673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g-grid-4-1">
            <a:extLst xmlns:a="http://schemas.openxmlformats.org/drawingml/2006/main">
              <a:ext uri="{FF2B5EF4-FFF2-40B4-BE49-F238E27FC236}">
                <a16:creationId xmlns:a16="http://schemas.microsoft.com/office/drawing/2014/main" id="{4E8AA19B-0A3A-4FD2-BBEB-3D6C4ACC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g-grid-4-2">
            <a:extLst xmlns:a="http://schemas.openxmlformats.org/drawingml/2006/main">
              <a:ext uri="{FF2B5EF4-FFF2-40B4-BE49-F238E27FC236}">
                <a16:creationId xmlns:a16="http://schemas.microsoft.com/office/drawing/2014/main" id="{488F0FA3-D860-4223-84CB-F07DEE22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g-grid-4-3">
            <a:extLst xmlns:a="http://schemas.openxmlformats.org/drawingml/2006/main">
              <a:ext uri="{FF2B5EF4-FFF2-40B4-BE49-F238E27FC236}">
                <a16:creationId xmlns:a16="http://schemas.microsoft.com/office/drawing/2014/main" id="{D2F54567-0343-48D8-8A10-5DACF898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g-grid-4-4">
            <a:extLst xmlns:a="http://schemas.openxmlformats.org/drawingml/2006/main">
              <a:ext uri="{FF2B5EF4-FFF2-40B4-BE49-F238E27FC236}">
                <a16:creationId xmlns:a16="http://schemas.microsoft.com/office/drawing/2014/main" id="{3C9EDBE2-819A-4E2E-B8F4-A441CAC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bg-grid-4-5">
            <a:extLst xmlns:a="http://schemas.openxmlformats.org/drawingml/2006/main">
              <a:ext uri="{FF2B5EF4-FFF2-40B4-BE49-F238E27FC236}">
                <a16:creationId xmlns:a16="http://schemas.microsoft.com/office/drawing/2014/main" id="{3F943A3B-9AED-43BA-9FAD-FEEE46B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g-grid-4-6">
            <a:extLst xmlns:a="http://schemas.openxmlformats.org/drawingml/2006/main">
              <a:ext uri="{FF2B5EF4-FFF2-40B4-BE49-F238E27FC236}">
                <a16:creationId xmlns:a16="http://schemas.microsoft.com/office/drawing/2014/main" id="{7E1E4723-5C92-400B-946E-644E611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bg-grid-4-7">
            <a:extLst xmlns:a="http://schemas.openxmlformats.org/drawingml/2006/main">
              <a:ext uri="{FF2B5EF4-FFF2-40B4-BE49-F238E27FC236}">
                <a16:creationId xmlns:a16="http://schemas.microsoft.com/office/drawing/2014/main" id="{8FC9A1C0-5523-4D30-9E67-89C5991A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g-grid-4-8">
            <a:extLst xmlns:a="http://schemas.openxmlformats.org/drawingml/2006/main">
              <a:ext uri="{FF2B5EF4-FFF2-40B4-BE49-F238E27FC236}">
                <a16:creationId xmlns:a16="http://schemas.microsoft.com/office/drawing/2014/main" id="{8CEF24A2-92E3-480C-ABE6-B2E6783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bg-grid-4-9">
            <a:extLst xmlns:a="http://schemas.openxmlformats.org/drawingml/2006/main">
              <a:ext uri="{FF2B5EF4-FFF2-40B4-BE49-F238E27FC236}">
                <a16:creationId xmlns:a16="http://schemas.microsoft.com/office/drawing/2014/main" id="{A1BCE8FF-396E-4A0F-A562-8D0C2F53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g-grid-4-10">
            <a:extLst xmlns:a="http://schemas.openxmlformats.org/drawingml/2006/main">
              <a:ext uri="{FF2B5EF4-FFF2-40B4-BE49-F238E27FC236}">
                <a16:creationId xmlns:a16="http://schemas.microsoft.com/office/drawing/2014/main" id="{FE9CB882-13E5-4FA9-8459-B4A5940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bg-grid-4-11">
            <a:extLst xmlns:a="http://schemas.openxmlformats.org/drawingml/2006/main">
              <a:ext uri="{FF2B5EF4-FFF2-40B4-BE49-F238E27FC236}">
                <a16:creationId xmlns:a16="http://schemas.microsoft.com/office/drawing/2014/main" id="{EF9F0053-7529-4091-B449-051122C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bg-grid-4-12">
            <a:extLst xmlns:a="http://schemas.openxmlformats.org/drawingml/2006/main">
              <a:ext uri="{FF2B5EF4-FFF2-40B4-BE49-F238E27FC236}">
                <a16:creationId xmlns:a16="http://schemas.microsoft.com/office/drawing/2014/main" id="{46FA1740-ACA9-4F44-A245-CDF8EAD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3816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bg-grid-5-1">
            <a:extLst xmlns:a="http://schemas.openxmlformats.org/drawingml/2006/main">
              <a:ext uri="{FF2B5EF4-FFF2-40B4-BE49-F238E27FC236}">
                <a16:creationId xmlns:a16="http://schemas.microsoft.com/office/drawing/2014/main" id="{69465FCD-AC40-4726-947D-3B7DAF00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bg-grid-5-2">
            <a:extLst xmlns:a="http://schemas.openxmlformats.org/drawingml/2006/main">
              <a:ext uri="{FF2B5EF4-FFF2-40B4-BE49-F238E27FC236}">
                <a16:creationId xmlns:a16="http://schemas.microsoft.com/office/drawing/2014/main" id="{1C2B8F5C-B971-4D55-A0BF-4CAD381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bg-grid-5-3">
            <a:extLst xmlns:a="http://schemas.openxmlformats.org/drawingml/2006/main">
              <a:ext uri="{FF2B5EF4-FFF2-40B4-BE49-F238E27FC236}">
                <a16:creationId xmlns:a16="http://schemas.microsoft.com/office/drawing/2014/main" id="{02E13C4B-5042-4D84-A26C-30763F1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bg-grid-5-4">
            <a:extLst xmlns:a="http://schemas.openxmlformats.org/drawingml/2006/main">
              <a:ext uri="{FF2B5EF4-FFF2-40B4-BE49-F238E27FC236}">
                <a16:creationId xmlns:a16="http://schemas.microsoft.com/office/drawing/2014/main" id="{DF4FEEA0-8E14-4D52-8741-31E64D17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bg-grid-5-5">
            <a:extLst xmlns:a="http://schemas.openxmlformats.org/drawingml/2006/main">
              <a:ext uri="{FF2B5EF4-FFF2-40B4-BE49-F238E27FC236}">
                <a16:creationId xmlns:a16="http://schemas.microsoft.com/office/drawing/2014/main" id="{DE9A5F66-C294-4BE9-93D7-A202315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bg-grid-5-6">
            <a:extLst xmlns:a="http://schemas.openxmlformats.org/drawingml/2006/main">
              <a:ext uri="{FF2B5EF4-FFF2-40B4-BE49-F238E27FC236}">
                <a16:creationId xmlns:a16="http://schemas.microsoft.com/office/drawing/2014/main" id="{9286A52F-7D5C-47D7-9B24-E80CC26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bg-grid-5-7">
            <a:extLst xmlns:a="http://schemas.openxmlformats.org/drawingml/2006/main">
              <a:ext uri="{FF2B5EF4-FFF2-40B4-BE49-F238E27FC236}">
                <a16:creationId xmlns:a16="http://schemas.microsoft.com/office/drawing/2014/main" id="{A45BDB82-D8D1-494E-B108-6A71C9F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bg-grid-5-8">
            <a:extLst xmlns:a="http://schemas.openxmlformats.org/drawingml/2006/main">
              <a:ext uri="{FF2B5EF4-FFF2-40B4-BE49-F238E27FC236}">
                <a16:creationId xmlns:a16="http://schemas.microsoft.com/office/drawing/2014/main" id="{936D7201-197D-4D6F-8984-30B019CE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bg-grid-5-9">
            <a:extLst xmlns:a="http://schemas.openxmlformats.org/drawingml/2006/main">
              <a:ext uri="{FF2B5EF4-FFF2-40B4-BE49-F238E27FC236}">
                <a16:creationId xmlns:a16="http://schemas.microsoft.com/office/drawing/2014/main" id="{440E9F9A-F62B-4932-998F-88385E41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bg-grid-5-10">
            <a:extLst xmlns:a="http://schemas.openxmlformats.org/drawingml/2006/main">
              <a:ext uri="{FF2B5EF4-FFF2-40B4-BE49-F238E27FC236}">
                <a16:creationId xmlns:a16="http://schemas.microsoft.com/office/drawing/2014/main" id="{D6ED2C52-9B9B-44E8-B57E-BC125F2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bg-grid-5-11">
            <a:extLst xmlns:a="http://schemas.openxmlformats.org/drawingml/2006/main">
              <a:ext uri="{FF2B5EF4-FFF2-40B4-BE49-F238E27FC236}">
                <a16:creationId xmlns:a16="http://schemas.microsoft.com/office/drawing/2014/main" id="{A1F4CE50-BA61-4FF2-BD6B-177FEF57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bg-grid-5-12">
            <a:extLst xmlns:a="http://schemas.openxmlformats.org/drawingml/2006/main">
              <a:ext uri="{FF2B5EF4-FFF2-40B4-BE49-F238E27FC236}">
                <a16:creationId xmlns:a16="http://schemas.microsoft.com/office/drawing/2014/main" id="{9724D667-B1D5-40C7-9A0A-BAA0BD42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4959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bg-grid-6-1">
            <a:extLst xmlns:a="http://schemas.openxmlformats.org/drawingml/2006/main">
              <a:ext uri="{FF2B5EF4-FFF2-40B4-BE49-F238E27FC236}">
                <a16:creationId xmlns:a16="http://schemas.microsoft.com/office/drawing/2014/main" id="{4EC6B4F7-0A69-4A02-AE37-725C3A0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bg-grid-6-2">
            <a:extLst xmlns:a="http://schemas.openxmlformats.org/drawingml/2006/main">
              <a:ext uri="{FF2B5EF4-FFF2-40B4-BE49-F238E27FC236}">
                <a16:creationId xmlns:a16="http://schemas.microsoft.com/office/drawing/2014/main" id="{91258351-70F5-485A-9200-143EF60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g-grid-6-3">
            <a:extLst xmlns:a="http://schemas.openxmlformats.org/drawingml/2006/main">
              <a:ext uri="{FF2B5EF4-FFF2-40B4-BE49-F238E27FC236}">
                <a16:creationId xmlns:a16="http://schemas.microsoft.com/office/drawing/2014/main" id="{A6ED2E27-E68E-42BD-9C8E-C1D0E00C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g-grid-6-4">
            <a:extLst xmlns:a="http://schemas.openxmlformats.org/drawingml/2006/main">
              <a:ext uri="{FF2B5EF4-FFF2-40B4-BE49-F238E27FC236}">
                <a16:creationId xmlns:a16="http://schemas.microsoft.com/office/drawing/2014/main" id="{BEB7E43F-5BD1-4CDB-A453-9CF52023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g-grid-6-5">
            <a:extLst xmlns:a="http://schemas.openxmlformats.org/drawingml/2006/main">
              <a:ext uri="{FF2B5EF4-FFF2-40B4-BE49-F238E27FC236}">
                <a16:creationId xmlns:a16="http://schemas.microsoft.com/office/drawing/2014/main" id="{94D55F2E-B5D1-4938-82D0-F91F3636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bg-grid-6-6">
            <a:extLst xmlns:a="http://schemas.openxmlformats.org/drawingml/2006/main">
              <a:ext uri="{FF2B5EF4-FFF2-40B4-BE49-F238E27FC236}">
                <a16:creationId xmlns:a16="http://schemas.microsoft.com/office/drawing/2014/main" id="{0738C2C4-46E2-46C7-9D1F-0551AF17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bg-grid-6-7">
            <a:extLst xmlns:a="http://schemas.openxmlformats.org/drawingml/2006/main">
              <a:ext uri="{FF2B5EF4-FFF2-40B4-BE49-F238E27FC236}">
                <a16:creationId xmlns:a16="http://schemas.microsoft.com/office/drawing/2014/main" id="{2FB7EA15-60C8-40FA-95CF-4B57DF65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bg-grid-6-8">
            <a:extLst xmlns:a="http://schemas.openxmlformats.org/drawingml/2006/main">
              <a:ext uri="{FF2B5EF4-FFF2-40B4-BE49-F238E27FC236}">
                <a16:creationId xmlns:a16="http://schemas.microsoft.com/office/drawing/2014/main" id="{2CE90F77-E257-46AD-9CE7-73D6727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bg-grid-6-9">
            <a:extLst xmlns:a="http://schemas.openxmlformats.org/drawingml/2006/main">
              <a:ext uri="{FF2B5EF4-FFF2-40B4-BE49-F238E27FC236}">
                <a16:creationId xmlns:a16="http://schemas.microsoft.com/office/drawing/2014/main" id="{7B97816B-662D-4984-8F68-A8F0AF7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bg-grid-6-10">
            <a:extLst xmlns:a="http://schemas.openxmlformats.org/drawingml/2006/main">
              <a:ext uri="{FF2B5EF4-FFF2-40B4-BE49-F238E27FC236}">
                <a16:creationId xmlns:a16="http://schemas.microsoft.com/office/drawing/2014/main" id="{FFA5EED7-0FFF-48D8-8043-4CC5DD9A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g-grid-6-11">
            <a:extLst xmlns:a="http://schemas.openxmlformats.org/drawingml/2006/main">
              <a:ext uri="{FF2B5EF4-FFF2-40B4-BE49-F238E27FC236}">
                <a16:creationId xmlns:a16="http://schemas.microsoft.com/office/drawing/2014/main" id="{2DB8703A-B4FA-42F7-8369-6F299CFA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g-grid-6-12">
            <a:extLst xmlns:a="http://schemas.openxmlformats.org/drawingml/2006/main">
              <a:ext uri="{FF2B5EF4-FFF2-40B4-BE49-F238E27FC236}">
                <a16:creationId xmlns:a16="http://schemas.microsoft.com/office/drawing/2014/main" id="{EE63DC2A-C762-4587-B926-4F7863AF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850" y="6102350"/>
            <a:ext cx="368300" cy="36830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bg-wave-1">
            <a:extLst xmlns:a="http://schemas.openxmlformats.org/drawingml/2006/main">
              <a:ext uri="{FF2B5EF4-FFF2-40B4-BE49-F238E27FC236}">
                <a16:creationId xmlns:a16="http://schemas.microsoft.com/office/drawing/2014/main" id="{80FD9A69-AE1F-4D14-B42B-873B8616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99000"/>
            <a:ext cx="5715000" cy="215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bg-wave-2">
            <a:extLst xmlns:a="http://schemas.openxmlformats.org/drawingml/2006/main">
              <a:ext uri="{FF2B5EF4-FFF2-40B4-BE49-F238E27FC236}">
                <a16:creationId xmlns:a16="http://schemas.microsoft.com/office/drawing/2014/main" id="{DE8F18A8-F502-4CF7-BE60-EA15914C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0"/>
            <a:ext cx="4318000" cy="241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57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ditable:component:P06_summary_matrix:chapter__accent-rail">
            <a:extLst xmlns:a="http://schemas.openxmlformats.org/drawingml/2006/main">
              <a:ext uri="{FF2B5EF4-FFF2-40B4-BE49-F238E27FC236}">
                <a16:creationId xmlns:a16="http://schemas.microsoft.com/office/drawing/2014/main" id="{FB2EF077-0515-422D-B968-AD3EC39B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3550"/>
            <a:ext cx="177800" cy="622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7A52"/>
          </a:solidFill>
          <a:ln xmlns:a="http://schemas.openxmlformats.org/drawingml/2006/main" w="14288">
            <a:solidFill>
              <a:srgbClr val="F57A52"/>
            </a:solidFill>
            <a:prstDash val="solid"/>
          </a:ln>
        </p:spPr>
      </p:sp>
      <p:sp>
        <p:nvSpPr>
          <p:cNvPr id="77" name="editable:component:P06_summary_matrix:chapter">
            <a:extLst xmlns:a="http://schemas.openxmlformats.org/drawingml/2006/main">
              <a:ext uri="{FF2B5EF4-FFF2-40B4-BE49-F238E27FC236}">
                <a16:creationId xmlns:a16="http://schemas.microsoft.com/office/drawing/2014/main" id="{FD2E9D26-EB73-4DCA-B7D1-C927BE5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04800"/>
            <a:ext cx="723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FFFF"/>
                </a:solidFill>
              </a:rPr>
              <a:t>陈列交付检查表</a:t>
            </a:r>
          </a:p>
        </p:txBody>
      </p:sp>
      <p:sp>
        <p:nvSpPr>
          <p:cNvPr id="78" name="editable:component:P06_summary_matrix:chapter__highlight-line">
            <a:extLst xmlns:a="http://schemas.openxmlformats.org/drawingml/2006/main">
              <a:ext uri="{FF2B5EF4-FFF2-40B4-BE49-F238E27FC236}">
                <a16:creationId xmlns:a16="http://schemas.microsoft.com/office/drawing/2014/main" id="{B76B90FE-C279-4B14-8C61-31C92B3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" y="1171575"/>
            <a:ext cx="1397000" cy="4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6A"/>
          </a:solidFill>
          <a:ln xmlns:a="http://schemas.openxmlformats.org/drawingml/2006/main" w="14288">
            <a:solidFill>
              <a:srgbClr val="FFE56A"/>
            </a:solidFill>
            <a:prstDash val="solid"/>
          </a:ln>
        </p:spPr>
      </p:sp>
      <p:sp>
        <p:nvSpPr>
          <p:cNvPr id="79" name="eff-table">
            <a:extLst xmlns:a="http://schemas.openxmlformats.org/drawingml/2006/main">
              <a:ext uri="{FF2B5EF4-FFF2-40B4-BE49-F238E27FC236}">
                <a16:creationId xmlns:a16="http://schemas.microsoft.com/office/drawing/2014/main" id="{6F8B2E07-8328-457F-B312-5E6AFE74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397000"/>
            <a:ext cx="101600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0" name="eff-vdiv-0">
            <a:extLst xmlns:a="http://schemas.openxmlformats.org/drawingml/2006/main">
              <a:ext uri="{FF2B5EF4-FFF2-40B4-BE49-F238E27FC236}">
                <a16:creationId xmlns:a16="http://schemas.microsoft.com/office/drawing/2014/main" id="{4368B94A-C735-4256-A6D7-A6ECEC7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1422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1" name="editable:component:P06_summary_matrix:row.1.chevron">
            <a:extLst xmlns:a="http://schemas.openxmlformats.org/drawingml/2006/main">
              <a:ext uri="{FF2B5EF4-FFF2-40B4-BE49-F238E27FC236}">
                <a16:creationId xmlns:a16="http://schemas.microsoft.com/office/drawing/2014/main" id="{3DD17041-3EF6-4EDA-8EDE-3C131575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2019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2" name="editable:component:P06_summary_matrix:row.1.label">
            <a:extLst xmlns:a="http://schemas.openxmlformats.org/drawingml/2006/main">
              <a:ext uri="{FF2B5EF4-FFF2-40B4-BE49-F238E27FC236}">
                <a16:creationId xmlns:a16="http://schemas.microsoft.com/office/drawing/2014/main" id="{62A347D8-E772-42E3-9A01-D1EACAD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473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凭证</a:t>
            </a:r>
          </a:p>
        </p:txBody>
      </p:sp>
      <p:sp>
        <p:nvSpPr>
          <p:cNvPr id="83" name="editable:component:P06_summary_matrix:row.1.body">
            <a:extLst xmlns:a="http://schemas.openxmlformats.org/drawingml/2006/main">
              <a:ext uri="{FF2B5EF4-FFF2-40B4-BE49-F238E27FC236}">
                <a16:creationId xmlns:a16="http://schemas.microsoft.com/office/drawing/2014/main" id="{66A5D2F8-F41B-4E77-AD9A-FC02FFB5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1473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来源、版本与状态可追溯</a:t>
            </a:r>
          </a:p>
        </p:txBody>
      </p:sp>
      <p:sp>
        <p:nvSpPr>
          <p:cNvPr id="84" name="eff-div-1">
            <a:extLst xmlns:a="http://schemas.openxmlformats.org/drawingml/2006/main">
              <a:ext uri="{FF2B5EF4-FFF2-40B4-BE49-F238E27FC236}">
                <a16:creationId xmlns:a16="http://schemas.microsoft.com/office/drawing/2014/main" id="{1F61C210-2856-475D-800A-9DCCDB5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914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5" name="eff-vdiv-1">
            <a:extLst xmlns:a="http://schemas.openxmlformats.org/drawingml/2006/main">
              <a:ext uri="{FF2B5EF4-FFF2-40B4-BE49-F238E27FC236}">
                <a16:creationId xmlns:a16="http://schemas.microsoft.com/office/drawing/2014/main" id="{0D8DC681-3BED-4E99-B8EF-090B78F1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2946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86" name="editable:component:P06_summary_matrix:row.2.chevron">
            <a:extLst xmlns:a="http://schemas.openxmlformats.org/drawingml/2006/main">
              <a:ext uri="{FF2B5EF4-FFF2-40B4-BE49-F238E27FC236}">
                <a16:creationId xmlns:a16="http://schemas.microsoft.com/office/drawing/2014/main" id="{08F6790A-8913-41E0-AF61-CEFA2DA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3543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87" name="editable:component:P06_summary_matrix:row.2.label">
            <a:extLst xmlns:a="http://schemas.openxmlformats.org/drawingml/2006/main">
              <a:ext uri="{FF2B5EF4-FFF2-40B4-BE49-F238E27FC236}">
                <a16:creationId xmlns:a16="http://schemas.microsoft.com/office/drawing/2014/main" id="{88E7130F-163D-4338-B3D2-E152A300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997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物料</a:t>
            </a:r>
          </a:p>
        </p:txBody>
      </p:sp>
      <p:sp>
        <p:nvSpPr>
          <p:cNvPr id="88" name="editable:component:P06_summary_matrix:row.2.body">
            <a:extLst xmlns:a="http://schemas.openxmlformats.org/drawingml/2006/main">
              <a:ext uri="{FF2B5EF4-FFF2-40B4-BE49-F238E27FC236}">
                <a16:creationId xmlns:a16="http://schemas.microsoft.com/office/drawing/2014/main" id="{D5B73B8C-5E1D-4815-96B7-502E689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2997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编号与当前记录一致</a:t>
            </a:r>
          </a:p>
        </p:txBody>
      </p:sp>
      <p:sp>
        <p:nvSpPr>
          <p:cNvPr id="89" name="eff-div-2">
            <a:extLst xmlns:a="http://schemas.openxmlformats.org/drawingml/2006/main">
              <a:ext uri="{FF2B5EF4-FFF2-40B4-BE49-F238E27FC236}">
                <a16:creationId xmlns:a16="http://schemas.microsoft.com/office/drawing/2014/main" id="{4279E371-1885-462A-A16B-36E0E260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438650"/>
            <a:ext cx="10109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0" name="eff-vdiv-2">
            <a:extLst xmlns:a="http://schemas.openxmlformats.org/drawingml/2006/main">
              <a:ext uri="{FF2B5EF4-FFF2-40B4-BE49-F238E27FC236}">
                <a16:creationId xmlns:a16="http://schemas.microsoft.com/office/drawing/2014/main" id="{00142ADD-D2CE-433C-8779-D325FFAC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4470400"/>
            <a:ext cx="12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EB"/>
          </a:solidFill>
          <a:ln xmlns:a="http://schemas.openxmlformats.org/drawingml/2006/main" w="14288">
            <a:solidFill>
              <a:srgbClr val="B9DDEB"/>
            </a:solidFill>
            <a:prstDash val="solid"/>
          </a:ln>
        </p:spPr>
      </p:sp>
      <p:sp>
        <p:nvSpPr>
          <p:cNvPr id="91" name="editable:component:P06_summary_matrix:row.3.chevron">
            <a:extLst xmlns:a="http://schemas.openxmlformats.org/drawingml/2006/main">
              <a:ext uri="{FF2B5EF4-FFF2-40B4-BE49-F238E27FC236}">
                <a16:creationId xmlns:a16="http://schemas.microsoft.com/office/drawing/2014/main" id="{528282ED-A4A6-4816-9335-C3832352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5067300"/>
            <a:ext cx="2794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56A"/>
                </a:solidFill>
              </a:defRPr>
            </a:pPr>
            <a:r>
              <a:rPr sz="1350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FFE56A"/>
                </a:solidFill>
              </a:rPr>
              <a:t>»</a:t>
            </a:r>
          </a:p>
        </p:txBody>
      </p:sp>
      <p:sp>
        <p:nvSpPr>
          <p:cNvPr id="92" name="editable:component:P06_summary_matrix:row.3.label">
            <a:extLst xmlns:a="http://schemas.openxmlformats.org/drawingml/2006/main">
              <a:ext uri="{FF2B5EF4-FFF2-40B4-BE49-F238E27FC236}">
                <a16:creationId xmlns:a16="http://schemas.microsoft.com/office/drawing/2014/main" id="{16CB467B-553C-47F4-BF6B-833B2A0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52120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44A"/>
                </a:solidFill>
              </a:defRPr>
            </a:pPr>
            <a:r>
              <a:rPr sz="1725" b="1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变更</a:t>
            </a:r>
          </a:p>
        </p:txBody>
      </p:sp>
      <p:sp>
        <p:nvSpPr>
          <p:cNvPr id="93" name="editable:component:P06_summary_matrix:row.3.body">
            <a:extLst xmlns:a="http://schemas.openxmlformats.org/drawingml/2006/main">
              <a:ext uri="{FF2B5EF4-FFF2-40B4-BE49-F238E27FC236}">
                <a16:creationId xmlns:a16="http://schemas.microsoft.com/office/drawing/2014/main" id="{3D0BDA75-107E-4D85-ABD3-E24FD984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521200"/>
            <a:ext cx="698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44A"/>
                </a:solidFill>
              </a:defRPr>
            </a:pPr>
            <a:r>
              <a:rPr sz="1350" b="0">
                <a:latin typeface="Microsoft YaHei" panose="020B0604030504040204" pitchFamily="34" charset="-122"/>
                <a:ea typeface="Microsoft YaHei" pitchFamily="34" charset="-122"/>
                <a:cs typeface="Microsoft YaHei" pitchFamily="34" charset="-122"/>
                <a:solidFill>
                  <a:srgbClr val="12344A"/>
                </a:solidFill>
              </a:rPr>
              <a:t>重新确认后再交付</a:t>
            </a:r>
          </a:p>
        </p:txBody>
      </p:sp>
    </p:spTree>
    <p:extLst>
      <p:ext uri="{BB962C8B-B14F-4D97-AF65-F5344CB8AC3E}">
        <p14:creationId xmlns:p14="http://schemas.microsoft.com/office/powerpoint/2010/main" val="84945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2026-08-09T16:12:36.8760000Z</dcterms:created>
  <dcterms:modified xsi:type="dcterms:W3CDTF">2026-08-09T16:12:36.8760000Z</dcterms:modified>
</coreProperties>
</file>