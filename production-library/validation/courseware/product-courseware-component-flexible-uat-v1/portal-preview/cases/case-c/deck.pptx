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510c9230d4f48" /><Relationship Type="http://schemas.openxmlformats.org/officeDocument/2006/relationships/extended-properties" Target="/docProps/app.xml" Id="R15bd85fe89e14f1c" /><Relationship Type="http://schemas.openxmlformats.org/officeDocument/2006/relationships/officeDocument" Target="/ppt/presentation.xml" Id="R9b8f8ffda9a144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d0a55489e440ac"/>
  </p:sldMasterIdLst>
  <p:notesMasterIdLst>
    <p:notesMasterId xmlns:r="http://schemas.openxmlformats.org/officeDocument/2006/relationships" r:id="R5d49fc37bc0c498c"/>
  </p:notesMasterIdLst>
  <p:sldIdLst>
    <p:sldId xmlns:r="http://schemas.openxmlformats.org/officeDocument/2006/relationships" id="256" r:id="R5609cfec4d46403d"/>
    <p:sldId xmlns:r="http://schemas.openxmlformats.org/officeDocument/2006/relationships" id="257" r:id="R068e0e27dd304011"/>
    <p:sldId xmlns:r="http://schemas.openxmlformats.org/officeDocument/2006/relationships" id="258" r:id="R980a60a0746b4554"/>
    <p:sldId xmlns:r="http://schemas.openxmlformats.org/officeDocument/2006/relationships" id="259" r:id="R65aa9b0777f34ddc"/>
    <p:sldId xmlns:r="http://schemas.openxmlformats.org/officeDocument/2006/relationships" id="260" r:id="R213aa72e253b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06d6584d3a4847" /><Relationship Type="http://schemas.openxmlformats.org/officeDocument/2006/relationships/slideMaster" Target="/ppt/slideMasters/slideMaster1.xml" Id="R61d0a55489e440ac" /><Relationship Type="http://schemas.openxmlformats.org/officeDocument/2006/relationships/notesMaster" Target="/ppt/notesMasters/notesMaster1.xml" Id="R5d49fc37bc0c498c" /><Relationship Type="http://schemas.openxmlformats.org/officeDocument/2006/relationships/presProps" Target="/ppt/presProps.xml" Id="Rb80147a67cf74ba8" /><Relationship Type="http://schemas.openxmlformats.org/officeDocument/2006/relationships/tableStyles" Target="/ppt/tableStyles.xml" Id="R11009e25a71e41ce" /><Relationship Type="http://schemas.openxmlformats.org/officeDocument/2006/relationships/slide" Target="/ppt/slides/slide1.xml" Id="R5609cfec4d46403d" /><Relationship Type="http://schemas.openxmlformats.org/officeDocument/2006/relationships/slide" Target="/ppt/slides/slide2.xml" Id="R068e0e27dd304011" /><Relationship Type="http://schemas.openxmlformats.org/officeDocument/2006/relationships/slide" Target="/ppt/slides/slide3.xml" Id="R980a60a0746b4554" /><Relationship Type="http://schemas.openxmlformats.org/officeDocument/2006/relationships/slide" Target="/ppt/slides/slide4.xml" Id="R65aa9b0777f34ddc" /><Relationship Type="http://schemas.openxmlformats.org/officeDocument/2006/relationships/slide" Target="/ppt/slides/slide5.xml" Id="R213aa72e253b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693211f0c45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119d913a4b4b4b" /><Relationship Type="http://schemas.openxmlformats.org/officeDocument/2006/relationships/notesMaster" Target="/ppt/notesMasters/notesMaster1.xml" Id="R358ec3a9f91e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cb5cf1b388438b" /><Relationship Type="http://schemas.openxmlformats.org/officeDocument/2006/relationships/notesMaster" Target="/ppt/notesMasters/notesMaster1.xml" Id="R7dd8450a237548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ec647cc6764ed3" /><Relationship Type="http://schemas.openxmlformats.org/officeDocument/2006/relationships/notesMaster" Target="/ppt/notesMasters/notesMaster1.xml" Id="Rcb200d803ab540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2fa8b5ca4f479d" /><Relationship Type="http://schemas.openxmlformats.org/officeDocument/2006/relationships/notesMaster" Target="/ppt/notesMasters/notesMaster1.xml" Id="Rf48475bc475e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8f958d2ba24c16" /><Relationship Type="http://schemas.openxmlformats.org/officeDocument/2006/relationships/notesMaster" Target="/ppt/notesMasters/notesMaster1.xml" Id="R1b5b32c8a84d4e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outputs/workbuddy-workspaces/uat/jobs/uat-component-suite-c-20260810-r4/workspace/render/content-model.json</a:t>
            </a:r>
          </a:p>
          <a:p xmlns:a="http://schemas.openxmlformats.org/drawingml/2006/main">
            <a:r>
              <a:t>- scene: P01_courseware_cover (cover)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outputs/workbuddy-workspaces/uat/jobs/uat-component-suite-c-20260810-r4/workspace/render/content-model.json</a:t>
            </a:r>
          </a:p>
          <a:p xmlns:a="http://schemas.openxmlformats.org/drawingml/2006/main">
            <a:r>
              <a:t>- scene: P02_hook_intro (time_list)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outputs/workbuddy-workspaces/uat/jobs/uat-component-suite-c-20260810-r4/workspace/render/content-model.json</a:t>
            </a:r>
          </a:p>
          <a:p xmlns:a="http://schemas.openxmlformats.org/drawingml/2006/main">
            <a:r>
              <a:t>- scene: P03_consultation_framework (consultation_framework)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outputs/workbuddy-workspaces/uat/jobs/uat-component-suite-c-20260810-r4/workspace/render/content-model.json</a:t>
            </a:r>
          </a:p>
          <a:p xmlns:a="http://schemas.openxmlformats.org/drawingml/2006/main">
            <a:r>
              <a:t>- scene: P04_summary_matrix (efficacy_recap_table)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outputs/workbuddy-workspaces/uat/jobs/uat-component-suite-c-20260810-r4/workspace/render/content-model.json</a:t>
            </a:r>
          </a:p>
          <a:p xmlns:a="http://schemas.openxmlformats.org/drawingml/2006/main">
            <a:r>
              <a:t>- scene: P05_evidence_ladder (evidence_ladder)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c257d861d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b736ca82034f65" /><Relationship Type="http://schemas.openxmlformats.org/officeDocument/2006/relationships/slideLayout" Target="/ppt/slideLayouts/slideLayout1.xml" Id="R84b477ab172947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477ab172947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bd5ccecfa4877" /><Relationship Type="http://schemas.openxmlformats.org/officeDocument/2006/relationships/image" Target="/ppt/media/image.png" Id="R5cabe2cd63cd42d6" /><Relationship Type="http://schemas.openxmlformats.org/officeDocument/2006/relationships/notesSlide" Target="/ppt/notesSlides/notesSlide1.xml" Id="R3baa84fa2ca140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3eaf553154cf7" /><Relationship Type="http://schemas.openxmlformats.org/officeDocument/2006/relationships/notesSlide" Target="/ppt/notesSlides/notesSlide2.xml" Id="R08b7c654542148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2dd89345f4142" /><Relationship Type="http://schemas.openxmlformats.org/officeDocument/2006/relationships/notesSlide" Target="/ppt/notesSlides/notesSlide3.xml" Id="R1e47d44f11ff4f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d65d5eb7a49ec" /><Relationship Type="http://schemas.openxmlformats.org/officeDocument/2006/relationships/notesSlide" Target="/ppt/notesSlides/notesSlide4.xml" Id="R5b3b1032dedc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c1eb6f914498" /><Relationship Type="http://schemas.openxmlformats.org/officeDocument/2006/relationships/notesSlide" Target="/ppt/notesSlides/notesSlide5.xml" Id="R7f23d50fd45848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bg-chrome">
            <a:extLst xmlns:a="http://schemas.openxmlformats.org/drawingml/2006/main">
              <a:ext uri="{FF2B5EF4-FFF2-40B4-BE49-F238E27FC236}">
                <a16:creationId xmlns:a16="http://schemas.microsoft.com/office/drawing/2014/main" id="{BE8EBC50-36FF-4A9C-8BE7-080EA332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505E7004-B750-4BC1-BEA1-7C3C994B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972E26E6-2054-40D8-9C89-D620A0F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8BA95C86-5B60-4308-B712-4570487F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8C3E51F7-1362-4388-804C-673F94C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5B1335B3-A4C3-4B77-8369-B7197CC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5FDA0558-7EB4-425C-BAD2-58FCBA4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E8ADEB8C-5EF9-469D-9DDF-867C5C91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CF34DBC5-679D-4976-B40D-90FB077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DD17970E-4791-4E31-B5BF-1805FD2C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B8271C34-2CF2-4807-AF9F-FE0ED62B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61F1A88E-7A21-4B52-AAF3-5B840E08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38E37E38-CE80-44F9-9794-EF80A1E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A5A0E285-D710-4D70-9492-F3A48EB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F20B753A-30E1-4DD1-9513-6440429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9A30A17F-69F4-4FDD-BE1E-D509344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2ACA0355-EA19-4A71-8A85-74D92F31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9C64AA2E-A1C7-4CCD-891B-D656BD9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95E67C4B-6AE1-4D70-A427-2FA9C963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1F49623E-4C6C-4CCC-AC35-81297A6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3FAF7E49-9B6F-4638-9891-FFA96EBC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60AD9DCA-A538-44FF-ABF2-AB3CA6D0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0DFB64A1-99F1-4863-8944-0B67E90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7DD46ECE-91B7-4C27-ACAA-829CC5AA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990FD302-22CC-4BFE-B01F-2551F854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E8962C76-5827-4C46-B461-C8646F4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FC3055A9-6DC6-4540-9C7D-D016C04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13E9BC5D-ABE8-4153-AF84-3556831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374AD3FD-C7E1-44DA-925C-7545C63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D44656BD-C6E9-4FC2-9BA4-FDC8C32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BC9CAED9-2A49-4FEB-B624-A40358F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DC2927D7-CA9C-45BF-B6B0-7E114C0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A0F528EB-82BF-4CCE-923E-7D7A562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4BE3E994-B6D4-49D8-8A4E-2E387BD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9FCDA174-EFFC-4B9C-831D-C034E3BC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F212504B-7F90-4690-B827-6912F570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6BC6F963-D0EC-4B59-B3DE-BD376C4F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BF459AAB-06AF-4935-A93B-98A8F7C3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29FD3490-EB0C-421D-A7A0-DE3ACF39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2C181605-04E4-4D56-8D4D-4D6672F4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936ED9BD-2580-4B52-89BE-B86E119C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1361DD22-083B-4B1B-83A3-59E8E487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587DF593-46EC-4C52-A772-EF3367D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3174F879-DC14-449D-91B4-D6646728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3A961FE7-6D76-4526-A870-7D74820D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6FFCDFBC-02B6-47C3-80E7-E379500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B31C5D45-0A5E-43A0-9852-F7908500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F8FFFB97-C234-45D5-A4FF-CA02990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532E0075-F37A-4D1C-A90B-9A86F79C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3F0B1F6C-BF70-49D7-A4E5-B8313FC5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36FBEB26-0ABC-4628-B1CA-C3376927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CD913648-BFFA-42D0-BACC-6F3B1C03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F6538E1F-FA02-4354-811A-1D38BA26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43C32EAF-2EBB-4DB2-803A-7B280058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DFCBF901-6EFC-4698-8879-A9672BE3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8A123510-E13A-4B00-A9A8-C197299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84AAD131-430F-4242-A930-117485F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D476576F-4EC7-4E79-B3BB-ED397A90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D488408E-4660-48A8-B12A-91C456E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BAA688E0-8621-47F9-9732-118D8E2B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042C95E2-BACB-4565-9D5F-CEF5EE61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EB38F6E3-AA10-4DA0-9749-ACE21AB5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CA2320AA-867B-4811-9335-26832C1D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3A7AD67E-929C-4BA0-AD71-89D9083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D1D025E8-31C0-4B38-9CF0-27BC37CA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03159DFF-A75C-44DC-9D60-84B123BF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56EFA3D1-C6B8-4414-A88F-92C088D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FB70B24C-FB32-4624-A98E-BA2C28A8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A2D6EC11-2402-4024-B1AB-FDBD9715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BD468655-F0C3-4D44-B8E2-7A995B49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FAE7215F-E48B-4724-A37C-1AF32056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7DF8783D-53F3-45E2-BF07-1DE82F1C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1FC3E743-178E-42B4-8B86-C0808B2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41AADC3C-DD5A-4115-8BB9-FBFBA85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1904D7F6-B1AD-4770-94D3-45C8648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ver-info-panel">
            <a:extLst xmlns:a="http://schemas.openxmlformats.org/drawingml/2006/main">
              <a:ext uri="{FF2B5EF4-FFF2-40B4-BE49-F238E27FC236}">
                <a16:creationId xmlns:a16="http://schemas.microsoft.com/office/drawing/2014/main" id="{F1C81A05-19AD-451C-8FA8-6685AA11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" y="1047750"/>
            <a:ext cx="5397500" cy="5016500"/>
          </a:xfrm>
          <a:prstGeom xmlns:a="http://schemas.openxmlformats.org/drawingml/2006/main" prst="roundRect">
            <a:avLst>
              <a:gd name="adj" fmla="val 2278"/>
            </a:avLst>
          </a:prstGeom>
          <a:solidFill xmlns:a="http://schemas.openxmlformats.org/drawingml/2006/main">
            <a:srgbClr val="0B557C"/>
          </a:solidFill>
          <a:ln xmlns:a="http://schemas.openxmlformats.org/drawingml/2006/main" w="14288">
            <a:solidFill>
              <a:srgbClr val="0B557C"/>
            </a:solidFill>
            <a:prstDash val="solid"/>
          </a:ln>
        </p:spPr>
      </p:sp>
      <p:sp>
        <p:nvSpPr>
          <p:cNvPr id="77" name="cover-coral-mark">
            <a:extLst xmlns:a="http://schemas.openxmlformats.org/drawingml/2006/main">
              <a:ext uri="{FF2B5EF4-FFF2-40B4-BE49-F238E27FC236}">
                <a16:creationId xmlns:a16="http://schemas.microsoft.com/office/drawing/2014/main" id="{3947B898-C0A5-4000-8F31-D2F1947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289050"/>
            <a:ext cx="584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8" name="cover-green-mark">
            <a:extLst xmlns:a="http://schemas.openxmlformats.org/drawingml/2006/main">
              <a:ext uri="{FF2B5EF4-FFF2-40B4-BE49-F238E27FC236}">
                <a16:creationId xmlns:a16="http://schemas.microsoft.com/office/drawing/2014/main" id="{EE52BC83-85EA-42CB-BD33-9B37897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890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79" name="editable:component:P01_courseware_cover:title_pill">
            <a:extLst xmlns:a="http://schemas.openxmlformats.org/drawingml/2006/main">
              <a:ext uri="{FF2B5EF4-FFF2-40B4-BE49-F238E27FC236}">
                <a16:creationId xmlns:a16="http://schemas.microsoft.com/office/drawing/2014/main" id="{0BC097FB-09FE-46A2-A260-A35D4779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0500"/>
            <a:ext cx="4445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</a:defRPr>
            </a:pPr>
            <a:r>
              <a:rPr sz="30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星河交接资料 C（内部 UAT）</a:t>
            </a:r>
          </a:p>
        </p:txBody>
      </p:sp>
      <p:sp>
        <p:nvSpPr>
          <p:cNvPr id="80" name="editable:component:P01_courseware_cover:subtitle">
            <a:extLst xmlns:a="http://schemas.openxmlformats.org/drawingml/2006/main">
              <a:ext uri="{FF2B5EF4-FFF2-40B4-BE49-F238E27FC236}">
                <a16:creationId xmlns:a16="http://schemas.microsoft.com/office/drawing/2014/main" id="{5141937A-AD3F-4548-9F79-9489EAEF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0650"/>
            <a:ext cx="444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56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连锁门店内部业务验收</a:t>
            </a:r>
          </a:p>
        </p:txBody>
      </p:sp>
      <p:sp>
        <p:nvSpPr>
          <p:cNvPr id="81" name="editable:component:P01_courseware_cover:icon_check.bg">
            <a:extLst xmlns:a="http://schemas.openxmlformats.org/drawingml/2006/main">
              <a:ext uri="{FF2B5EF4-FFF2-40B4-BE49-F238E27FC236}">
                <a16:creationId xmlns:a16="http://schemas.microsoft.com/office/drawing/2014/main" id="{4A7BA55C-C6B6-4490-B431-0D127E5E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2" name="editable:component:P01_courseware_cover:icon_check">
            <a:extLst xmlns:a="http://schemas.openxmlformats.org/drawingml/2006/main">
              <a:ext uri="{FF2B5EF4-FFF2-40B4-BE49-F238E27FC236}">
                <a16:creationId xmlns:a16="http://schemas.microsoft.com/office/drawing/2014/main" id="{43E24B82-6A62-4300-862C-428E86AE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98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3" name="editable:component:P01_courseware_cover:cover_point.1">
            <a:extLst xmlns:a="http://schemas.openxmlformats.org/drawingml/2006/main">
              <a:ext uri="{FF2B5EF4-FFF2-40B4-BE49-F238E27FC236}">
                <a16:creationId xmlns:a16="http://schemas.microsoft.com/office/drawing/2014/main" id="{8872EF41-A376-4D37-A7C9-7B1EA339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34226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咨询框架与证据阶梯组合</a:t>
            </a:r>
          </a:p>
        </p:txBody>
      </p:sp>
      <p:sp>
        <p:nvSpPr>
          <p:cNvPr id="84" name="editable:component:P01_courseware_cover:icon_check.2.bg">
            <a:extLst xmlns:a="http://schemas.openxmlformats.org/drawingml/2006/main">
              <a:ext uri="{FF2B5EF4-FFF2-40B4-BE49-F238E27FC236}">
                <a16:creationId xmlns:a16="http://schemas.microsoft.com/office/drawing/2014/main" id="{96668F11-5D72-4BBD-9025-429A4685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5" name="editable:component:P01_courseware_cover:icon_check.2">
            <a:extLst xmlns:a="http://schemas.openxmlformats.org/drawingml/2006/main">
              <a:ext uri="{FF2B5EF4-FFF2-40B4-BE49-F238E27FC236}">
                <a16:creationId xmlns:a16="http://schemas.microsoft.com/office/drawing/2014/main" id="{214BC696-EFF5-4B6D-BB5B-C0BC13D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6" name="editable:component:P01_courseware_cover:cover_point.2">
            <a:extLst xmlns:a="http://schemas.openxmlformats.org/drawingml/2006/main">
              <a:ext uri="{FF2B5EF4-FFF2-40B4-BE49-F238E27FC236}">
                <a16:creationId xmlns:a16="http://schemas.microsoft.com/office/drawing/2014/main" id="{DBB70615-A0C3-4C3B-9228-D39515BD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41338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判定表后接封存凭证</a:t>
            </a:r>
          </a:p>
        </p:txBody>
      </p:sp>
      <p:sp>
        <p:nvSpPr>
          <p:cNvPr id="87" name="editable:component:P01_courseware_cover:icon_check.3.bg">
            <a:extLst xmlns:a="http://schemas.openxmlformats.org/drawingml/2006/main">
              <a:ext uri="{FF2B5EF4-FFF2-40B4-BE49-F238E27FC236}">
                <a16:creationId xmlns:a16="http://schemas.microsoft.com/office/drawing/2014/main" id="{70930267-2FC7-407B-A52B-78648F8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2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8" name="editable:component:P01_courseware_cover:icon_check.3">
            <a:extLst xmlns:a="http://schemas.openxmlformats.org/drawingml/2006/main">
              <a:ext uri="{FF2B5EF4-FFF2-40B4-BE49-F238E27FC236}">
                <a16:creationId xmlns:a16="http://schemas.microsoft.com/office/drawing/2014/main" id="{030B96C0-9D2B-49C1-9FEB-3D0EB40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2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9" name="editable:component:P01_courseware_cover:cover_point.3">
            <a:extLst xmlns:a="http://schemas.openxmlformats.org/drawingml/2006/main">
              <a:ext uri="{FF2B5EF4-FFF2-40B4-BE49-F238E27FC236}">
                <a16:creationId xmlns:a16="http://schemas.microsoft.com/office/drawing/2014/main" id="{4EA5D0F9-6CFE-4925-9801-56F38F61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48450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统一浅蓝视觉</a:t>
            </a:r>
          </a:p>
        </p:txBody>
      </p:sp>
      <p:sp>
        <p:nvSpPr>
          <p:cNvPr id="90" name="cover-product-stage">
            <a:extLst xmlns:a="http://schemas.openxmlformats.org/drawingml/2006/main">
              <a:ext uri="{FF2B5EF4-FFF2-40B4-BE49-F238E27FC236}">
                <a16:creationId xmlns:a16="http://schemas.microsoft.com/office/drawing/2014/main" id="{FD776BD1-B389-4418-981F-A30A8DC5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508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F3FC"/>
            </a:solidFill>
            <a:prstDash val="solid"/>
          </a:ln>
        </p:spPr>
      </p:sp>
      <p:sp>
        <p:nvSpPr>
          <p:cNvPr id="91" name="cover-stage-tag">
            <a:extLst xmlns:a="http://schemas.openxmlformats.org/drawingml/2006/main">
              <a:ext uri="{FF2B5EF4-FFF2-40B4-BE49-F238E27FC236}">
                <a16:creationId xmlns:a16="http://schemas.microsoft.com/office/drawing/2014/main" id="{1C63EA0B-B59F-49D8-9F64-030E345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52550"/>
            <a:ext cx="1511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92" name="editable:component:P01_courseware_cover:stage_tag">
            <a:extLst xmlns:a="http://schemas.openxmlformats.org/drawingml/2006/main">
              <a:ext uri="{FF2B5EF4-FFF2-40B4-BE49-F238E27FC236}">
                <a16:creationId xmlns:a16="http://schemas.microsoft.com/office/drawing/2014/main" id="{CD36B7FD-8AA0-4A4B-88EC-6437801B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1390650"/>
            <a:ext cx="130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内部 UAT</a:t>
            </a:r>
          </a:p>
        </p:txBody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be2cd63cd42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230438"/>
            <a:ext cx="4127500" cy="3095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911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bg-chrome">
            <a:extLst xmlns:a="http://schemas.openxmlformats.org/drawingml/2006/main">
              <a:ext uri="{FF2B5EF4-FFF2-40B4-BE49-F238E27FC236}">
                <a16:creationId xmlns:a16="http://schemas.microsoft.com/office/drawing/2014/main" id="{C7D63976-AAE3-4D2D-BA05-6533A7FA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83D914A8-F900-4CD0-9EBF-35494540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C88687C7-25FA-49E2-BF7B-11970570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97282CF9-6F84-44E3-BB3D-DDC74217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CC710074-DCE7-47AE-A078-D2FA2BA2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7AE46607-FB9D-4C86-871B-C38676E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E8EDF030-947C-48AD-8F57-1CBC81C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571655BF-B73C-49D6-9E68-7688DE81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795CFB0D-5CD2-4792-98FC-9739298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CD2CDA3E-41A8-44EC-8812-9EB287F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7ADEFF86-8CA5-4AE6-98CF-07BA392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AB1501A7-A109-4E19-B84C-365FA4D4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B3951A1B-BD8D-4EB6-B3B5-5670B08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34E38915-A428-4C06-8597-600294E8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0F9E7475-6FEC-4CBC-9F2B-7A76AD8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E71891D2-3010-4F86-BD4F-0B58E6C5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311F4C2E-2B3C-4C09-9DC4-EFDC199B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2AEA7261-E40E-478B-9FEC-62C85EE8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819F7D75-7FD1-42A4-A6A6-592FD362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7B11BF8E-D873-43D1-A2DB-6AF46960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D9B8FC5E-C681-427C-B8C0-7BEA9137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0F346489-D808-472F-ADB7-CE45EAD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4CC67DA3-3C30-4DCB-A3DE-A808099A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12E42386-A86D-4325-BC30-DD2D171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8A746063-C0CA-4AA2-B9FC-0903E032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1E24ECBB-AB67-4DDA-A4B7-E47084C3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E45FD7B6-3203-43D3-869A-03A1D2B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BCE0ADC2-2EE2-405B-AA27-8D2EFE0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4B7A80E6-B01C-4360-9A64-C8035F1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F4931213-17B4-4C4D-8FE6-9817C59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2737114B-AF27-48DE-BA71-E6E61A6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3E30E959-D474-42AD-9250-95624E1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3D4292A2-7F31-475C-BAB0-1AA17080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8E091938-4F0C-4938-9F7A-EE575649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DC0DD253-496C-4BA6-978D-0DD4F6F3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70CA5D0C-5628-46A6-B8B2-DBAEFDCF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4BAD1FB1-0F59-4AC6-9C5E-9C6EE04A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34BD7CA6-C093-4540-864C-508BCFE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4D5EFE16-025C-4B06-924A-E63C5BF1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04996589-5E35-44A3-A810-4609473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CD14335E-6337-4C6A-A0AE-F3208641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AAB481F8-0502-4D52-B1A2-C46802A9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77D99CF5-6C70-4675-873C-9DC85EB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A27BFCBB-6EB3-41F5-BD11-2AE1E72E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414BF38C-06C8-465D-8B22-E8B54DC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2B03CAB1-4197-44AF-9794-A885CD9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818D5075-0EBF-40FB-AC9B-37F20AB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89A1101E-5943-4C98-A7A4-7C9CF3D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1C130566-77A0-411B-A819-921C8B8E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256C3FD9-C81E-4099-8BA6-BA58198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5ACEBC1E-AE54-439E-8ED1-59A0AF16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89E51565-A5AB-40FA-9FBF-66960CD2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EB50959F-8010-475E-A4D8-1A19250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7B97E4D7-A623-4F9E-B229-28F93DEA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5CD34177-CB9A-4CA8-B5D8-BA4B23FB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430558A1-23FA-4924-BB69-B2F20CEC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E9571937-703D-4ABF-A1FF-A8F7370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BBF4267D-2F80-4771-8569-214EEAAC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F7BE5CC4-CCA0-4EF2-B5B5-4E648DFA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84D2FB9A-B456-400D-B236-931B1CB4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A883894C-CCCE-4E5D-8D17-B1EC89EC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A68E77B5-259C-450A-8DD7-46F03F3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2A51034F-1E9C-4798-A4F2-B3424FBF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814EA36E-FAF0-4639-86CE-0FAEF84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B6054A1E-508C-4961-A1F6-3C2A1B75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FA65B838-CA00-4867-8697-4B37BB0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E54EA0F1-F4C0-4E20-9B4D-7AAF1D8C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D238C411-9537-409F-9E74-75EFA7AB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F0023FC0-1069-4071-BF5F-E442886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668F0617-C5B6-49AA-B1A4-6E084371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6DAF3FA2-3912-41E1-9EBC-10A33CDE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9F9F8EF4-9B9F-4F1E-A396-898CE54B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025B9802-F7D2-455F-A4A2-2DF7D91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88F206BF-8752-40B2-AEF9-DE6C5CF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D9BE8836-93C6-4533-BC10-F8CE1B15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2_hook_intro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AD2A7CEC-4250-4C6D-A961-9E1634EE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2_hook_intro:chapter">
            <a:extLst xmlns:a="http://schemas.openxmlformats.org/drawingml/2006/main">
              <a:ext uri="{FF2B5EF4-FFF2-40B4-BE49-F238E27FC236}">
                <a16:creationId xmlns:a16="http://schemas.microsoft.com/office/drawing/2014/main" id="{EE0ED94C-BB84-457E-8F59-D734AC93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为什么交接必须留痕</a:t>
            </a:r>
          </a:p>
        </p:txBody>
      </p:sp>
      <p:sp>
        <p:nvSpPr>
          <p:cNvPr id="78" name="editable:component:P02_hook_intro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BE64750F-EB24-415F-8FAF-4CFC5CCC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list-stage">
            <a:extLst xmlns:a="http://schemas.openxmlformats.org/drawingml/2006/main">
              <a:ext uri="{FF2B5EF4-FFF2-40B4-BE49-F238E27FC236}">
                <a16:creationId xmlns:a16="http://schemas.microsoft.com/office/drawing/2014/main" id="{ABCF18B6-597A-41DF-8EDA-BBD9EC3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ditable:component:P02_hook_intro:list.1__number">
            <a:extLst xmlns:a="http://schemas.openxmlformats.org/drawingml/2006/main">
              <a:ext uri="{FF2B5EF4-FFF2-40B4-BE49-F238E27FC236}">
                <a16:creationId xmlns:a16="http://schemas.microsoft.com/office/drawing/2014/main" id="{6A9D89FD-5AB3-4356-8C76-1AB939C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368300" cy="36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1" name="editable:component:P02_hook_intro:list.1__n">
            <a:extLst xmlns:a="http://schemas.openxmlformats.org/drawingml/2006/main">
              <a:ext uri="{FF2B5EF4-FFF2-40B4-BE49-F238E27FC236}">
                <a16:creationId xmlns:a16="http://schemas.microsoft.com/office/drawing/2014/main" id="{5AF0EB38-714F-43C0-AED9-1BA7756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117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2" name="editable:component:P02_hook_intro:list.1">
            <a:extLst xmlns:a="http://schemas.openxmlformats.org/drawingml/2006/main">
              <a:ext uri="{FF2B5EF4-FFF2-40B4-BE49-F238E27FC236}">
                <a16:creationId xmlns:a16="http://schemas.microsoft.com/office/drawing/2014/main" id="{E28F1CE5-D4A1-4B3F-9536-E6E13B3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3067050"/>
            <a:ext cx="8382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344A"/>
                </a:solidFill>
              </a:defRPr>
            </a:pPr>
            <a:r>
              <a:rPr sz="20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多人协作时，文件名相同不代表内容相同，交接必须同时说明版本与状态。</a:t>
            </a:r>
          </a:p>
        </p:txBody>
      </p:sp>
      <p:sp>
        <p:nvSpPr>
          <p:cNvPr id="83" name="editable:component:P02_hook_intro:list.2__number">
            <a:extLst xmlns:a="http://schemas.openxmlformats.org/drawingml/2006/main">
              <a:ext uri="{FF2B5EF4-FFF2-40B4-BE49-F238E27FC236}">
                <a16:creationId xmlns:a16="http://schemas.microsoft.com/office/drawing/2014/main" id="{9550134E-48CF-4C63-94C6-30DC6E6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92600"/>
            <a:ext cx="368300" cy="36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4" name="editable:component:P02_hook_intro:list.2__n">
            <a:extLst xmlns:a="http://schemas.openxmlformats.org/drawingml/2006/main">
              <a:ext uri="{FF2B5EF4-FFF2-40B4-BE49-F238E27FC236}">
                <a16:creationId xmlns:a16="http://schemas.microsoft.com/office/drawing/2014/main" id="{94856CE7-9EDD-4528-8EDD-53E1B154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324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5" name="editable:component:P02_hook_intro:list.2">
            <a:extLst xmlns:a="http://schemas.openxmlformats.org/drawingml/2006/main">
              <a:ext uri="{FF2B5EF4-FFF2-40B4-BE49-F238E27FC236}">
                <a16:creationId xmlns:a16="http://schemas.microsoft.com/office/drawing/2014/main" id="{A43383C3-F1F1-4271-8110-E57C5D40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4273550"/>
            <a:ext cx="8382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344A"/>
                </a:solidFill>
              </a:defRPr>
            </a:pPr>
            <a:r>
              <a:rPr sz="20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本课件用于内部流程验收，只记录可核对的信息，不补写资料之外的结论。</a:t>
            </a:r>
          </a:p>
        </p:txBody>
      </p:sp>
    </p:spTree>
    <p:extLst>
      <p:ext uri="{BB962C8B-B14F-4D97-AF65-F5344CB8AC3E}">
        <p14:creationId xmlns:p14="http://schemas.microsoft.com/office/powerpoint/2010/main" val="14845022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bg-chrome">
            <a:extLst xmlns:a="http://schemas.openxmlformats.org/drawingml/2006/main">
              <a:ext uri="{FF2B5EF4-FFF2-40B4-BE49-F238E27FC236}">
                <a16:creationId xmlns:a16="http://schemas.microsoft.com/office/drawing/2014/main" id="{40CBF29A-23FC-430E-8751-FF94C0B3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7F17C8D9-5FA4-4969-9B1D-3D62C61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E2CB7C01-3D57-4D7A-93B2-760EEB62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0E2A3B47-041A-4ACF-8165-A8812B5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04AFB771-6447-4628-AC55-E3286E37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F5A51DEA-00E2-4F37-A25A-511000A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86F944A1-74B1-4AF1-830D-50884D9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FAC5E226-74FD-49E0-A956-10990F73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A58CAFF0-FFDA-4943-B970-9D6B570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EA0CB15E-9F2B-4C2A-9889-F35B3612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13982D82-93E6-44F4-85ED-B2543728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FFB9120B-E554-4EBC-AC2A-36C85AFA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1F787673-E42E-4FBF-AEEA-C92AE58F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16CEACDE-C632-4544-B072-6F3C1124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ED448E47-C967-409B-8094-693C3A5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9CF1FFAF-18A7-45B1-88A0-E1FCCE16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6B05B177-D214-4054-874C-1952E6B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BE4E050C-3A50-4690-91F9-8ED19EB7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BD3898AB-78F9-4E88-85AD-6F57E77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41466BC2-5059-4B43-8A82-25CB9483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EBD8C0D8-95B4-4827-A9D0-C6E2C336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06D0D0FD-38B0-4D4D-9AA3-A07533A0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75178617-DC96-46B3-9A39-8AB19E44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C27A5EDC-B608-4891-B3EC-5F6EA8E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BE4ADD9A-71F3-4901-A063-B2C96C0A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B4DC97EF-911F-4F45-8E58-5FB10980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E30C6063-0FDC-43B6-97E8-A3DBD43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66C5BEFF-ABD2-443C-BC46-9FB40FB9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2BE29E59-5948-450B-B3C7-28BBBCF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DE5EBACD-BD6C-4CED-A1D6-E7EEFA8A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9548DEE5-98FE-4DC8-AD19-366F8BB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702B217E-035D-4423-8438-45CB8F65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65D5DF21-76D5-4244-9FEE-7739442B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D952C1CF-8DE9-4FDD-89D8-F8887E0E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7A62414F-D019-4295-B063-2FED8133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865A773B-CFB4-46FF-909E-4F24E7E7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4BB6F0F3-CEEC-42FC-832C-C33E2079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036E2D73-3B8A-4A05-AF90-5CC88A6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5408B2EB-75AC-493B-9C58-6EC45175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E939E898-CC2D-4400-BC4D-3C943CA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B7D8EBB0-791E-4890-B366-C712D7A0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9C49C66D-EF1C-49AC-8F15-200B5209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6F90D3F0-7E92-49C7-B9E8-6F8C5D27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4C5125CA-E911-4AC3-8F8E-8F86EF84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682F06AE-B537-4A88-B120-E61258E2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5D4DCE3D-C7D3-4DD1-980F-CA4BF4CA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1260FD6A-A41A-4849-8466-4299640D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20A701B9-73E9-401A-8F02-C7B4B4F9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77F9C888-B73F-4B12-BE26-8099338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6543DFCB-269A-4815-ACBC-7C6B0735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34D91623-9153-4478-A068-E7902D4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03E61FFB-DBBA-4F9E-BF19-1BC8E43F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603E8546-373F-4C40-80C3-A6C50B16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CF210715-68A5-4070-AF60-EE1D218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126A3E69-D9A1-47D1-AB85-9EE6AEAB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ECB38DAC-50F0-4C08-95EC-FC283A8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A88B924F-AC4F-44B2-8F31-9B9DFEB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05679D28-AE00-4F3A-9370-1934848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98421067-C8E7-473C-AB41-E26E2BF5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3EE50294-C1D0-422D-9D22-B9A540EC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4F923912-F64B-4A5E-A0C0-B719B99C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138362C3-7469-4C3E-83C3-D2A95876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5BA2D4FD-7C7E-4854-817F-8F9F0F74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41A343A2-6A5F-45D4-A2CA-0DA6E70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9C13BDE0-60B0-42DA-8FDF-D60E4B4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F1481EAF-CF54-4735-9153-1390914C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D803A130-E4ED-4C62-AD0B-6432853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1DC9B546-C269-4EAE-B838-FBDC36D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79058AD1-1EC4-4D15-AD43-E073677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ACE97CE3-60AB-4EFB-8D10-F2B4743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9110A384-6D62-4FFC-88BE-509265AA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5A768C69-49F6-4337-9054-39EC825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0F2BF5F6-ADC4-48AF-8EFC-6BD8173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B7A3C950-9F35-41A3-8392-3B8FB47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7983D7DA-08FC-489F-A9EA-3B28F1AF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3_consultation_framework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22CC62CE-4D3F-4F1C-91D1-1369C240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3_consultation_framework:chapter">
            <a:extLst xmlns:a="http://schemas.openxmlformats.org/drawingml/2006/main">
              <a:ext uri="{FF2B5EF4-FFF2-40B4-BE49-F238E27FC236}">
                <a16:creationId xmlns:a16="http://schemas.microsoft.com/office/drawing/2014/main" id="{418CDDB9-7FC0-419C-A197-0904828B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交接四步检查</a:t>
            </a:r>
          </a:p>
        </p:txBody>
      </p:sp>
      <p:sp>
        <p:nvSpPr>
          <p:cNvPr id="78" name="editable:component:P03_consultation_framework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15F210B2-B866-402D-9CD9-BE85776F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consultation-stage">
            <a:extLst xmlns:a="http://schemas.openxmlformats.org/drawingml/2006/main">
              <a:ext uri="{FF2B5EF4-FFF2-40B4-BE49-F238E27FC236}">
                <a16:creationId xmlns:a16="http://schemas.microsoft.com/office/drawing/2014/main" id="{6B97A40D-2CF8-4D3C-ABE3-B3463FA7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consultation-connector">
            <a:extLst xmlns:a="http://schemas.openxmlformats.org/drawingml/2006/main">
              <a:ext uri="{FF2B5EF4-FFF2-40B4-BE49-F238E27FC236}">
                <a16:creationId xmlns:a16="http://schemas.microsoft.com/office/drawing/2014/main" id="{1E5C968B-F672-465A-A392-B3380DD1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84600"/>
            <a:ext cx="748665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DDF3FC"/>
            </a:solidFill>
            <a:prstDash val="solid"/>
          </a:ln>
        </p:spPr>
      </p:sp>
      <p:sp>
        <p:nvSpPr>
          <p:cNvPr id="81" name="consult-step-1">
            <a:extLst xmlns:a="http://schemas.openxmlformats.org/drawingml/2006/main">
              <a:ext uri="{FF2B5EF4-FFF2-40B4-BE49-F238E27FC236}">
                <a16:creationId xmlns:a16="http://schemas.microsoft.com/office/drawing/2014/main" id="{995577AE-DF17-4EC2-8952-67492AA0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2" name="editable:component:P03_consultation_framework:step.1.number__dot">
            <a:extLst xmlns:a="http://schemas.openxmlformats.org/drawingml/2006/main">
              <a:ext uri="{FF2B5EF4-FFF2-40B4-BE49-F238E27FC236}">
                <a16:creationId xmlns:a16="http://schemas.microsoft.com/office/drawing/2014/main" id="{C6A576D1-510C-47FB-B0EC-ABE9BBF0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3" name="editable:component:P03_consultation_framework:step.1.number">
            <a:extLst xmlns:a="http://schemas.openxmlformats.org/drawingml/2006/main">
              <a:ext uri="{FF2B5EF4-FFF2-40B4-BE49-F238E27FC236}">
                <a16:creationId xmlns:a16="http://schemas.microsoft.com/office/drawing/2014/main" id="{E22D5272-A9A1-44AF-8444-37AA685C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4" name="editable:component:P03_consultation_framework:step.1.question">
            <a:extLst xmlns:a="http://schemas.openxmlformats.org/drawingml/2006/main">
              <a:ext uri="{FF2B5EF4-FFF2-40B4-BE49-F238E27FC236}">
                <a16:creationId xmlns:a16="http://schemas.microsoft.com/office/drawing/2014/main" id="{82AB7C56-CEEB-4EAC-B83F-64F9597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确认接收人</a:t>
            </a:r>
          </a:p>
        </p:txBody>
      </p:sp>
      <p:sp>
        <p:nvSpPr>
          <p:cNvPr id="85" name="consult-step-1-divider">
            <a:extLst xmlns:a="http://schemas.openxmlformats.org/drawingml/2006/main">
              <a:ext uri="{FF2B5EF4-FFF2-40B4-BE49-F238E27FC236}">
                <a16:creationId xmlns:a16="http://schemas.microsoft.com/office/drawing/2014/main" id="{C2ED1814-D08C-4090-833D-49E3690B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6" name="editable:component:P03_consultation_framework:step.1.why">
            <a:extLst xmlns:a="http://schemas.openxmlformats.org/drawingml/2006/main">
              <a:ext uri="{FF2B5EF4-FFF2-40B4-BE49-F238E27FC236}">
                <a16:creationId xmlns:a16="http://schemas.microsoft.com/office/drawing/2014/main" id="{73685BE5-449A-41F9-A166-F0B651E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95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明确本次交接对象</a:t>
            </a:r>
          </a:p>
        </p:txBody>
      </p:sp>
      <p:sp>
        <p:nvSpPr>
          <p:cNvPr id="87" name="consult-step-2">
            <a:extLst xmlns:a="http://schemas.openxmlformats.org/drawingml/2006/main">
              <a:ext uri="{FF2B5EF4-FFF2-40B4-BE49-F238E27FC236}">
                <a16:creationId xmlns:a16="http://schemas.microsoft.com/office/drawing/2014/main" id="{A257FF45-1C6B-420B-BE09-C8A3DCC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8" name="editable:component:P03_consultation_framework:step.2.number__dot">
            <a:extLst xmlns:a="http://schemas.openxmlformats.org/drawingml/2006/main">
              <a:ext uri="{FF2B5EF4-FFF2-40B4-BE49-F238E27FC236}">
                <a16:creationId xmlns:a16="http://schemas.microsoft.com/office/drawing/2014/main" id="{0EB68EE7-CA85-4825-9B54-484E21E2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9" name="editable:component:P03_consultation_framework:step.2.number">
            <a:extLst xmlns:a="http://schemas.openxmlformats.org/drawingml/2006/main">
              <a:ext uri="{FF2B5EF4-FFF2-40B4-BE49-F238E27FC236}">
                <a16:creationId xmlns:a16="http://schemas.microsoft.com/office/drawing/2014/main" id="{DD840A64-461D-492B-BDC4-A7B90A8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0" name="editable:component:P03_consultation_framework:step.2.question">
            <a:extLst xmlns:a="http://schemas.openxmlformats.org/drawingml/2006/main">
              <a:ext uri="{FF2B5EF4-FFF2-40B4-BE49-F238E27FC236}">
                <a16:creationId xmlns:a16="http://schemas.microsoft.com/office/drawing/2014/main" id="{206E52C8-50A9-485F-A48D-23C8538F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75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确认文件名</a:t>
            </a:r>
          </a:p>
        </p:txBody>
      </p:sp>
      <p:sp>
        <p:nvSpPr>
          <p:cNvPr id="91" name="consult-step-2-divider">
            <a:extLst xmlns:a="http://schemas.openxmlformats.org/drawingml/2006/main">
              <a:ext uri="{FF2B5EF4-FFF2-40B4-BE49-F238E27FC236}">
                <a16:creationId xmlns:a16="http://schemas.microsoft.com/office/drawing/2014/main" id="{2C10758E-08EF-4E68-B42E-6CB9E05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5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2" name="editable:component:P03_consultation_framework:step.2.why">
            <a:extLst xmlns:a="http://schemas.openxmlformats.org/drawingml/2006/main">
              <a:ext uri="{FF2B5EF4-FFF2-40B4-BE49-F238E27FC236}">
                <a16:creationId xmlns:a16="http://schemas.microsoft.com/office/drawing/2014/main" id="{38612A62-ED53-4286-AD90-CD4DDD6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排除同名旧文件</a:t>
            </a:r>
          </a:p>
        </p:txBody>
      </p:sp>
      <p:sp>
        <p:nvSpPr>
          <p:cNvPr id="93" name="consult-step-3">
            <a:extLst xmlns:a="http://schemas.openxmlformats.org/drawingml/2006/main">
              <a:ext uri="{FF2B5EF4-FFF2-40B4-BE49-F238E27FC236}">
                <a16:creationId xmlns:a16="http://schemas.microsoft.com/office/drawing/2014/main" id="{D1612B79-735F-4AAD-A065-8FFE8F0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4" name="editable:component:P03_consultation_framework:step.3.number__dot">
            <a:extLst xmlns:a="http://schemas.openxmlformats.org/drawingml/2006/main">
              <a:ext uri="{FF2B5EF4-FFF2-40B4-BE49-F238E27FC236}">
                <a16:creationId xmlns:a16="http://schemas.microsoft.com/office/drawing/2014/main" id="{ECB827D4-B0E7-469A-8CC1-C22D14D6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5" name="editable:component:P03_consultation_framework:step.3.number">
            <a:extLst xmlns:a="http://schemas.openxmlformats.org/drawingml/2006/main">
              <a:ext uri="{FF2B5EF4-FFF2-40B4-BE49-F238E27FC236}">
                <a16:creationId xmlns:a16="http://schemas.microsoft.com/office/drawing/2014/main" id="{E2BEE152-2C60-4197-BD1F-9930A53E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" name="editable:component:P03_consultation_framework:step.3.question">
            <a:extLst xmlns:a="http://schemas.openxmlformats.org/drawingml/2006/main">
              <a:ext uri="{FF2B5EF4-FFF2-40B4-BE49-F238E27FC236}">
                <a16:creationId xmlns:a16="http://schemas.microsoft.com/office/drawing/2014/main" id="{45CA4155-7952-47E8-97E9-DAC8759D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确认版本号</a:t>
            </a:r>
          </a:p>
        </p:txBody>
      </p:sp>
      <p:sp>
        <p:nvSpPr>
          <p:cNvPr id="97" name="consult-step-3-divider">
            <a:extLst xmlns:a="http://schemas.openxmlformats.org/drawingml/2006/main">
              <a:ext uri="{FF2B5EF4-FFF2-40B4-BE49-F238E27FC236}">
                <a16:creationId xmlns:a16="http://schemas.microsoft.com/office/drawing/2014/main" id="{C6B11860-A21D-48DE-90D5-41A4F21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8" name="editable:component:P03_consultation_framework:step.3.why">
            <a:extLst xmlns:a="http://schemas.openxmlformats.org/drawingml/2006/main">
              <a:ext uri="{FF2B5EF4-FFF2-40B4-BE49-F238E27FC236}">
                <a16:creationId xmlns:a16="http://schemas.microsoft.com/office/drawing/2014/main" id="{85406AA0-0AA1-40AF-8532-A8E2FEA0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锁定当前内容</a:t>
            </a:r>
          </a:p>
        </p:txBody>
      </p:sp>
      <p:sp>
        <p:nvSpPr>
          <p:cNvPr id="99" name="consult-step-4">
            <a:extLst xmlns:a="http://schemas.openxmlformats.org/drawingml/2006/main">
              <a:ext uri="{FF2B5EF4-FFF2-40B4-BE49-F238E27FC236}">
                <a16:creationId xmlns:a16="http://schemas.microsoft.com/office/drawing/2014/main" id="{CC589C36-9C23-4E8D-8B92-11441B46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150" y="2508250"/>
            <a:ext cx="2292350" cy="2857500"/>
          </a:xfrm>
          <a:prstGeom xmlns:a="http://schemas.openxmlformats.org/drawingml/2006/main" prst="roundRect">
            <a:avLst>
              <a:gd name="adj" fmla="val 498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100" name="editable:component:P03_consultation_framework:step.4.number__dot">
            <a:extLst xmlns:a="http://schemas.openxmlformats.org/drawingml/2006/main">
              <a:ext uri="{FF2B5EF4-FFF2-40B4-BE49-F238E27FC236}">
                <a16:creationId xmlns:a16="http://schemas.microsoft.com/office/drawing/2014/main" id="{2D32E8B6-5B17-4A40-BA51-44C87BF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14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101" name="editable:component:P03_consultation_framework:step.4.number">
            <a:extLst xmlns:a="http://schemas.openxmlformats.org/drawingml/2006/main">
              <a:ext uri="{FF2B5EF4-FFF2-40B4-BE49-F238E27FC236}">
                <a16:creationId xmlns:a16="http://schemas.microsoft.com/office/drawing/2014/main" id="{404B48E5-9F9F-4D49-8201-2FE7F6E5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52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2" name="editable:component:P03_consultation_framework:step.4.question">
            <a:extLst xmlns:a="http://schemas.openxmlformats.org/drawingml/2006/main">
              <a:ext uri="{FF2B5EF4-FFF2-40B4-BE49-F238E27FC236}">
                <a16:creationId xmlns:a16="http://schemas.microsoft.com/office/drawing/2014/main" id="{0C10FA02-7885-4826-8576-F50187A9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3175000"/>
            <a:ext cx="201295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确认状态与回执</a:t>
            </a:r>
          </a:p>
        </p:txBody>
      </p:sp>
      <p:sp>
        <p:nvSpPr>
          <p:cNvPr id="103" name="consult-step-4-divider">
            <a:extLst xmlns:a="http://schemas.openxmlformats.org/drawingml/2006/main">
              <a:ext uri="{FF2B5EF4-FFF2-40B4-BE49-F238E27FC236}">
                <a16:creationId xmlns:a16="http://schemas.microsoft.com/office/drawing/2014/main" id="{C1219F60-58E7-4113-BEBB-4C9BEE1D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50" y="3978275"/>
            <a:ext cx="175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104" name="editable:component:P03_consultation_framework:step.4.why">
            <a:extLst xmlns:a="http://schemas.openxmlformats.org/drawingml/2006/main">
              <a:ext uri="{FF2B5EF4-FFF2-40B4-BE49-F238E27FC236}">
                <a16:creationId xmlns:a16="http://schemas.microsoft.com/office/drawing/2014/main" id="{6CF4CC65-CF60-4082-8A01-E6294A79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59250"/>
            <a:ext cx="1949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94D63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区分版本并形成可追溯记录</a:t>
            </a:r>
          </a:p>
        </p:txBody>
      </p:sp>
    </p:spTree>
    <p:extLst>
      <p:ext uri="{BB962C8B-B14F-4D97-AF65-F5344CB8AC3E}">
        <p14:creationId xmlns:p14="http://schemas.microsoft.com/office/powerpoint/2010/main" val="19958336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bg-chrome">
            <a:extLst xmlns:a="http://schemas.openxmlformats.org/drawingml/2006/main">
              <a:ext uri="{FF2B5EF4-FFF2-40B4-BE49-F238E27FC236}">
                <a16:creationId xmlns:a16="http://schemas.microsoft.com/office/drawing/2014/main" id="{96D5FD6C-7FBF-428F-8E32-DDCDBE5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EDA14495-BA0D-4028-AE1B-E767FF2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5C033CBE-72B0-465D-B204-3BDCB5A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DC672C81-6DE8-4C4D-972F-4E6673F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24126037-4A9C-4EF6-B06C-0E3DA81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3BF7F820-8434-44F4-A7A1-DD52B07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78D72CF6-DD48-47ED-B412-191A35AE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BE01045C-58E7-4066-B924-6226E597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7F270A9B-9393-4310-A3C8-99960CA1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D7C2E320-C1E5-4471-A058-C86E6AAA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CCF7CAED-F0E7-4E76-A84B-72E946C3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2906B1C3-9577-4EDC-B459-AB7514BF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65A50A6B-BD8B-4571-BA16-20DBB6A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26CDDE1F-8A47-443E-86BB-DEF04F51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D18B4D20-5BA0-41A6-90CF-526ED2C3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13839B7F-77B6-4602-A2EE-397ACB8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3AC0AF9C-A087-4DEF-90AB-53F3807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39060547-37A2-4BD7-83E5-4BAFE00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A0925698-4D35-4ECD-9F6B-3D2D81B1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55904A8B-BF6E-495A-8959-E016BC3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E9B4413E-EA3D-48EE-9FE2-FB394B5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E6A21989-88E6-4D24-AACE-B83C353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FB7FFA09-1EDA-4A8D-9ACD-23E7579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143874B0-497E-47B6-AA8B-A415F3BF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99803E81-BBF6-4439-BB5B-838F4DF4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DF84F1B9-DF47-4D7C-8C5A-F3033ECD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D9F4D907-929C-44DD-8ABF-8E0E65DE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240AC4F6-F8AF-4602-9656-BE6475CE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821FDB8C-09ED-4467-BBE1-019C7D2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00FEC6F7-5F3B-4B74-AE04-55BE6159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86C10A39-DCC3-4942-B60A-E6C2152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3619ADDE-69A8-4B94-8F28-82A93338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4C888830-513E-4FED-BF96-18DBCD0E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1A9F026C-7ED3-45F6-B608-F40E0607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24B9C9C2-0552-419B-871B-8A85A8C5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A97EFDB5-1F04-440A-9EC1-A3D91042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45F0BAAA-224A-4387-80BD-E7D1F97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54DD3297-B4D9-41D9-A020-57314C4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16869422-0227-470B-8D1A-7CDCF87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72FDBDBE-EC91-4026-91C5-8A79B6B9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A69B7D10-A545-41CA-94CF-06F7ECEF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DBA150CF-00BB-46AB-A87A-A9A32C9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26F582D7-6BFB-4595-B2F3-36BF73F8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1DACCA55-EC56-4458-B7CE-280447C0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C516E819-F368-4CF8-84D7-7192B7C7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F7AE0BE3-1B39-45F9-B4A2-40C54FD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A0C75BCD-A8E5-4FE0-8DAA-E1F4BCC1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9D579272-B2DC-4D05-B201-54E9569D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73359F24-E480-4B04-A743-849A16E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38667065-AE10-4D19-8352-3EE65119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088AC292-68B4-4BE6-9A49-05A327C4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7F5E4B43-7C52-46C6-ABEB-8BF694C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057346DE-2950-4F1A-BF3A-46F138C2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2216EB93-6FE5-4EC7-B8B7-B4C766C5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4E6906E0-1080-46E4-97ED-B8E2BBE9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78A638B8-B9FD-4FE5-8F27-C81C5AF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A043520B-3F24-4D0C-8B4B-F744CCC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7DA0D22F-CB12-4080-8C47-8246394E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3909375B-B4F3-4630-892F-F719803A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3945CEBF-9FAC-447D-97BE-E6C82C8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903DE7DA-5065-47FB-9D86-8CC4542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A859D2C5-E9B5-4F4D-A36F-571A1ED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FBFB64F7-B51C-4F88-BA30-B37A537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41F1AAB9-2450-4F74-A540-D14A4833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15F32568-5CF4-4817-B547-B7FBAC04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27AC15E4-233E-4CE4-8758-5D100FE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565DA224-8C1D-4AB9-821A-4006D285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5F9B15ED-CBB9-4FCB-A240-7FB95D18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536B1A3E-E8B5-4806-B788-18504AE4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54A57D97-747A-4662-81C2-6D8D6700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DBAD3CA7-9E47-4427-AEBB-10BA4017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6E0E03B0-80D0-499C-8A41-359613B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704496C0-4865-4610-8913-225C43B9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2A740882-E763-4B26-B4AB-A9EFBF1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1221973F-AD8E-463B-8BE9-F793A629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4_summary_matrix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A78E37C2-46E9-40CA-85CD-4AD76CE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4_summary_matrix:chapter">
            <a:extLst xmlns:a="http://schemas.openxmlformats.org/drawingml/2006/main">
              <a:ext uri="{FF2B5EF4-FFF2-40B4-BE49-F238E27FC236}">
                <a16:creationId xmlns:a16="http://schemas.microsoft.com/office/drawing/2014/main" id="{777BBE81-752D-46C1-8661-A917974A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交接判定表</a:t>
            </a:r>
          </a:p>
        </p:txBody>
      </p:sp>
      <p:sp>
        <p:nvSpPr>
          <p:cNvPr id="78" name="editable:component:P04_summary_matrix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7FC6D4D1-FEFC-4A0A-AB78-7BAA0BED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eff-table">
            <a:extLst xmlns:a="http://schemas.openxmlformats.org/drawingml/2006/main">
              <a:ext uri="{FF2B5EF4-FFF2-40B4-BE49-F238E27FC236}">
                <a16:creationId xmlns:a16="http://schemas.microsoft.com/office/drawing/2014/main" id="{1747C97C-F896-438A-AF4F-514A9F67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397000"/>
            <a:ext cx="101600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0" name="eff-vdiv-0">
            <a:extLst xmlns:a="http://schemas.openxmlformats.org/drawingml/2006/main">
              <a:ext uri="{FF2B5EF4-FFF2-40B4-BE49-F238E27FC236}">
                <a16:creationId xmlns:a16="http://schemas.microsoft.com/office/drawing/2014/main" id="{9897EF10-DCF8-4E11-AB75-3EEEB59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1422400"/>
            <a:ext cx="12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1" name="editable:component:P04_summary_matrix:row.1.chevron">
            <a:extLst xmlns:a="http://schemas.openxmlformats.org/drawingml/2006/main">
              <a:ext uri="{FF2B5EF4-FFF2-40B4-BE49-F238E27FC236}">
                <a16:creationId xmlns:a16="http://schemas.microsoft.com/office/drawing/2014/main" id="{0A781485-40C7-49CD-8E4A-5F64F00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20193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82" name="editable:component:P04_summary_matrix:row.1.label">
            <a:extLst xmlns:a="http://schemas.openxmlformats.org/drawingml/2006/main">
              <a:ext uri="{FF2B5EF4-FFF2-40B4-BE49-F238E27FC236}">
                <a16:creationId xmlns:a16="http://schemas.microsoft.com/office/drawing/2014/main" id="{C0A91D55-AA9B-447A-A702-CE74526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47320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可接收</a:t>
            </a:r>
          </a:p>
        </p:txBody>
      </p:sp>
      <p:sp>
        <p:nvSpPr>
          <p:cNvPr id="83" name="editable:component:P04_summary_matrix:row.1.body">
            <a:extLst xmlns:a="http://schemas.openxmlformats.org/drawingml/2006/main">
              <a:ext uri="{FF2B5EF4-FFF2-40B4-BE49-F238E27FC236}">
                <a16:creationId xmlns:a16="http://schemas.microsoft.com/office/drawing/2014/main" id="{BEC7B101-6BE2-48FB-8731-C620674C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1473200"/>
            <a:ext cx="698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对象、文件、版本、状态均一致</a:t>
            </a:r>
          </a:p>
        </p:txBody>
      </p:sp>
      <p:sp>
        <p:nvSpPr>
          <p:cNvPr id="84" name="eff-div-1">
            <a:extLst xmlns:a="http://schemas.openxmlformats.org/drawingml/2006/main">
              <a:ext uri="{FF2B5EF4-FFF2-40B4-BE49-F238E27FC236}">
                <a16:creationId xmlns:a16="http://schemas.microsoft.com/office/drawing/2014/main" id="{11E5E51C-0797-4CB1-A2E5-6D99C1AB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914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5" name="eff-vdiv-1">
            <a:extLst xmlns:a="http://schemas.openxmlformats.org/drawingml/2006/main">
              <a:ext uri="{FF2B5EF4-FFF2-40B4-BE49-F238E27FC236}">
                <a16:creationId xmlns:a16="http://schemas.microsoft.com/office/drawing/2014/main" id="{8505914D-B7A7-4AF6-AC13-6561689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2946400"/>
            <a:ext cx="12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6" name="editable:component:P04_summary_matrix:row.2.chevron">
            <a:extLst xmlns:a="http://schemas.openxmlformats.org/drawingml/2006/main">
              <a:ext uri="{FF2B5EF4-FFF2-40B4-BE49-F238E27FC236}">
                <a16:creationId xmlns:a16="http://schemas.microsoft.com/office/drawing/2014/main" id="{02F68517-448C-49A2-A86E-95D758AA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35433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87" name="editable:component:P04_summary_matrix:row.2.label">
            <a:extLst xmlns:a="http://schemas.openxmlformats.org/drawingml/2006/main">
              <a:ext uri="{FF2B5EF4-FFF2-40B4-BE49-F238E27FC236}">
                <a16:creationId xmlns:a16="http://schemas.microsoft.com/office/drawing/2014/main" id="{7352E437-C5F5-48AA-9D2A-E9DE3D18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99720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需复核</a:t>
            </a:r>
          </a:p>
        </p:txBody>
      </p:sp>
      <p:sp>
        <p:nvSpPr>
          <p:cNvPr id="88" name="editable:component:P04_summary_matrix:row.2.body">
            <a:extLst xmlns:a="http://schemas.openxmlformats.org/drawingml/2006/main">
              <a:ext uri="{FF2B5EF4-FFF2-40B4-BE49-F238E27FC236}">
                <a16:creationId xmlns:a16="http://schemas.microsoft.com/office/drawing/2014/main" id="{6DD99107-F2F7-4941-9D36-FE31764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997200"/>
            <a:ext cx="698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任一记录缺失或相互冲突</a:t>
            </a:r>
          </a:p>
        </p:txBody>
      </p:sp>
      <p:sp>
        <p:nvSpPr>
          <p:cNvPr id="89" name="eff-div-2">
            <a:extLst xmlns:a="http://schemas.openxmlformats.org/drawingml/2006/main">
              <a:ext uri="{FF2B5EF4-FFF2-40B4-BE49-F238E27FC236}">
                <a16:creationId xmlns:a16="http://schemas.microsoft.com/office/drawing/2014/main" id="{E667F351-C4B4-45EB-A251-2377BA8A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438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0" name="eff-vdiv-2">
            <a:extLst xmlns:a="http://schemas.openxmlformats.org/drawingml/2006/main">
              <a:ext uri="{FF2B5EF4-FFF2-40B4-BE49-F238E27FC236}">
                <a16:creationId xmlns:a16="http://schemas.microsoft.com/office/drawing/2014/main" id="{5636A954-741F-4D79-8D11-0281BA3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4470400"/>
            <a:ext cx="12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1" name="editable:component:P04_summary_matrix:row.3.chevron">
            <a:extLst xmlns:a="http://schemas.openxmlformats.org/drawingml/2006/main">
              <a:ext uri="{FF2B5EF4-FFF2-40B4-BE49-F238E27FC236}">
                <a16:creationId xmlns:a16="http://schemas.microsoft.com/office/drawing/2014/main" id="{F7707B48-164A-4B7C-B1FA-E6E59B1C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50673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92" name="editable:component:P04_summary_matrix:row.3.label">
            <a:extLst xmlns:a="http://schemas.openxmlformats.org/drawingml/2006/main">
              <a:ext uri="{FF2B5EF4-FFF2-40B4-BE49-F238E27FC236}">
                <a16:creationId xmlns:a16="http://schemas.microsoft.com/office/drawing/2014/main" id="{53F050BE-5A03-4CA3-B11F-4598F20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52120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需退回</a:t>
            </a:r>
          </a:p>
        </p:txBody>
      </p:sp>
      <p:sp>
        <p:nvSpPr>
          <p:cNvPr id="93" name="editable:component:P04_summary_matrix:row.3.body">
            <a:extLst xmlns:a="http://schemas.openxmlformats.org/drawingml/2006/main">
              <a:ext uri="{FF2B5EF4-FFF2-40B4-BE49-F238E27FC236}">
                <a16:creationId xmlns:a16="http://schemas.microsoft.com/office/drawing/2014/main" id="{26802F7B-6F9A-4426-9080-C1AE8A7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521200"/>
            <a:ext cx="698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文件来源无法追溯</a:t>
            </a:r>
          </a:p>
        </p:txBody>
      </p:sp>
    </p:spTree>
    <p:extLst>
      <p:ext uri="{BB962C8B-B14F-4D97-AF65-F5344CB8AC3E}">
        <p14:creationId xmlns:p14="http://schemas.microsoft.com/office/powerpoint/2010/main" val="2056238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bg-chrome">
            <a:extLst xmlns:a="http://schemas.openxmlformats.org/drawingml/2006/main">
              <a:ext uri="{FF2B5EF4-FFF2-40B4-BE49-F238E27FC236}">
                <a16:creationId xmlns:a16="http://schemas.microsoft.com/office/drawing/2014/main" id="{1148A2C4-DF6A-419F-93EB-0BA24922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F86E7BF1-C390-45E8-A7D2-8F1EEA83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E5A0F2A4-6B12-4DCC-85D5-2819B183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2D5B55D4-853B-44B1-A04C-4952782B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C2089E51-114E-481A-99A5-CAC2B816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0A4B551D-E11F-48A3-A449-B25A2C31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4D6244E9-7DFB-456B-8EF0-426F8C2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EDB3B672-D178-4B71-8244-81CF597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EEAFC758-4C81-4A1E-BDC0-BC378A7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0E427569-9DA2-455A-9E1E-3E31164F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5239B17E-B4DB-49D6-805D-2FAF5E0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939527B2-E5D4-4687-B9B5-26FD5A6E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62D8E025-2612-427C-8868-3A229AD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07327F8F-0836-44A0-A5BA-C2F496A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8A6000AA-1F06-44F4-B372-51E7EB1E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CEBFBB5A-657B-4DC7-9C57-8A63CED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E347E197-2C53-4F31-8467-00ABDFAB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415555EF-8CB6-4ADE-98D0-0FAA3D0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DFF8ABEA-B311-4BDD-9105-0134A18F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5E8E6240-B220-4E48-966D-F6450F9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79AACE39-FC2D-46BF-B312-F4A8827F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04273885-5540-43D5-AD43-D187841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CAEB2FF9-CE45-4C72-9B4F-354F70A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8C93C985-99C4-43F4-9E69-DDFA4957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4FAEADD1-F972-4359-B4B5-5943979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C92D6FEA-EA5D-4F5D-8111-E45E5B7F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ABB78A3F-2E99-45DC-96D9-84BD087B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E5226939-4588-4A5C-AE55-95F389A0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E354E114-298D-4FC4-9B9A-79A2D4B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7A308F4D-C9CE-4190-930D-488180C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928B662B-78C1-46E6-B816-2BFD7C05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583DFD4B-F131-493D-871B-B6A9AE75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779ACA98-3AD6-4EE9-8263-B90E03EB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49BEF131-29FD-40C3-BBAC-71CC157A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0061FD7B-0661-4C89-AAFE-00B86E13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4C976BD1-D531-4046-B590-60C582BC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35ABB65D-0223-4827-B45B-413DE7B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FAF688C1-20E1-4302-8B6E-62E53A1E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DCB4265F-4CBE-4814-804F-090973B8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2B20F162-4965-4563-9EEE-ECAF1546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442A8117-3189-4EE7-8E0A-D40289DE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9FB76CEF-45C2-49DE-A34B-D1EF40C4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546E5F78-D468-4B81-B297-E8DE263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FA39D691-5CE8-4711-819E-FDD19132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6BA10817-5FE2-48C9-996C-EF0F71F3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CB479B35-2A82-4B2C-A90F-6B9B223F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1BAAA7BB-E3AA-4A46-BE68-2D24BCC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59580A1A-7C18-4659-8F9F-0339CD2D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2D5E1913-B918-45D2-B175-090424AC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A246A514-ED95-488F-83EB-F3637C26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86FCE7E4-3F2B-4456-965A-87EE9FE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F3694701-C6FA-49E8-B711-146E05A0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013D3E38-9AD0-477F-897A-85598B69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B088BBBE-DA34-427E-A1BF-621BDB8C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87153F92-836C-495E-8CD4-B7814B3A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7076C23E-D4F6-4EE6-B2E3-6538818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37A65AF2-AE74-47B8-A190-7B681944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A79E93A9-B6B7-4583-9417-8991F058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D8CF978F-2B8E-49DA-BEE2-88E8930D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79142D78-1DB3-4719-B4EF-0BACD676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3FB67809-F097-42B7-B2FB-1A57FED0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2A01A7D1-E659-4D85-B41C-E38037CE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0E729E32-FCEB-4290-A9E6-96D94A3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1EA701DE-4F1B-4192-A061-B2CF27A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CF6F2EB6-161B-44D8-8C20-F6E95949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88326A94-5C18-43B4-BB3E-F075714E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1D097B11-3D86-4B22-9DC4-CA87EECD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AB3F9891-82CE-437A-91AE-6E753AFF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5DA6C789-7D7B-42F0-98F6-EC297B3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F5546643-E7A8-42E3-9420-298E1AA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00CDB02E-AD2E-474E-A5B3-A11F551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C26135DA-9B42-4093-9CC0-23F0C3C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62E1D548-D893-4C8C-AB8D-51EF6791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E826DD58-D496-4333-8078-A11CF5B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688FB19E-6E9A-4C00-90E3-5D35C706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5_evidence_ladder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013EFF62-FABE-46C0-9593-E1A61346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5_evidence_ladder:chapter">
            <a:extLst xmlns:a="http://schemas.openxmlformats.org/drawingml/2006/main">
              <a:ext uri="{FF2B5EF4-FFF2-40B4-BE49-F238E27FC236}">
                <a16:creationId xmlns:a16="http://schemas.microsoft.com/office/drawing/2014/main" id="{9E442DDF-E084-4980-BAE4-16454002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最终封存凭证</a:t>
            </a:r>
          </a:p>
        </p:txBody>
      </p:sp>
      <p:sp>
        <p:nvSpPr>
          <p:cNvPr id="78" name="editable:component:P05_evidence_ladder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F1575A5E-7A99-45F7-A3C1-C007FD9A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evidence-stage">
            <a:extLst xmlns:a="http://schemas.openxmlformats.org/drawingml/2006/main">
              <a:ext uri="{FF2B5EF4-FFF2-40B4-BE49-F238E27FC236}">
                <a16:creationId xmlns:a16="http://schemas.microsoft.com/office/drawing/2014/main" id="{C5F7671A-AC8D-40DC-9400-219C5511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A4E30D9D-07DD-4543-8426-132116AE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1" name="evidence-card-1-accent">
            <a:extLst xmlns:a="http://schemas.openxmlformats.org/drawingml/2006/main">
              <a:ext uri="{FF2B5EF4-FFF2-40B4-BE49-F238E27FC236}">
                <a16:creationId xmlns:a16="http://schemas.microsoft.com/office/drawing/2014/main" id="{364D7755-0CE7-477D-A4F3-59095AF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2" name="editable:component:P05_evidence_ladder:item.1.metric">
            <a:extLst xmlns:a="http://schemas.openxmlformats.org/drawingml/2006/main">
              <a:ext uri="{FF2B5EF4-FFF2-40B4-BE49-F238E27FC236}">
                <a16:creationId xmlns:a16="http://schemas.microsoft.com/office/drawing/2014/main" id="{9E4AB1C3-4D65-4C99-B56C-D4D81F7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01</a:t>
            </a:r>
          </a:p>
        </p:txBody>
      </p:sp>
      <p:sp>
        <p:nvSpPr>
          <p:cNvPr id="83" name="editable:component:P05_evidence_ladder:item.1.label">
            <a:extLst xmlns:a="http://schemas.openxmlformats.org/drawingml/2006/main">
              <a:ext uri="{FF2B5EF4-FFF2-40B4-BE49-F238E27FC236}">
                <a16:creationId xmlns:a16="http://schemas.microsoft.com/office/drawing/2014/main" id="{1C9CEB8C-C663-4488-8B31-8B60C75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交接清单</a:t>
            </a:r>
          </a:p>
        </p:txBody>
      </p:sp>
      <p:sp>
        <p:nvSpPr>
          <p:cNvPr id="84" name="evidence-card-1-divider">
            <a:extLst xmlns:a="http://schemas.openxmlformats.org/drawingml/2006/main">
              <a:ext uri="{FF2B5EF4-FFF2-40B4-BE49-F238E27FC236}">
                <a16:creationId xmlns:a16="http://schemas.microsoft.com/office/drawing/2014/main" id="{795E37E4-1138-4FD7-A993-F3614B5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5" name="editable:component:P05_evidence_ladder:item.1.source">
            <a:extLst xmlns:a="http://schemas.openxmlformats.org/drawingml/2006/main">
              <a:ext uri="{FF2B5EF4-FFF2-40B4-BE49-F238E27FC236}">
                <a16:creationId xmlns:a16="http://schemas.microsoft.com/office/drawing/2014/main" id="{70884452-DB52-40E3-AE44-5E0F528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双方确认记录</a:t>
            </a:r>
          </a:p>
        </p:txBody>
      </p:sp>
      <p:sp>
        <p:nvSpPr>
          <p:cNvPr id="86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2308DF7E-EC02-4C92-867E-B71E9EB0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vidence-card-2-accent">
            <a:extLst xmlns:a="http://schemas.openxmlformats.org/drawingml/2006/main">
              <a:ext uri="{FF2B5EF4-FFF2-40B4-BE49-F238E27FC236}">
                <a16:creationId xmlns:a16="http://schemas.microsoft.com/office/drawing/2014/main" id="{9BC9743F-4407-48A1-9550-8393064F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5_evidence_ladder:item.2.metric">
            <a:extLst xmlns:a="http://schemas.openxmlformats.org/drawingml/2006/main">
              <a:ext uri="{FF2B5EF4-FFF2-40B4-BE49-F238E27FC236}">
                <a16:creationId xmlns:a16="http://schemas.microsoft.com/office/drawing/2014/main" id="{F1055EE9-36B6-4E0D-9F2D-63081D4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A673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7A673"/>
                </a:solidFill>
              </a:rPr>
              <a:t>02</a:t>
            </a:r>
          </a:p>
        </p:txBody>
      </p:sp>
      <p:sp>
        <p:nvSpPr>
          <p:cNvPr id="89" name="editable:component:P05_evidence_ladder:item.2.label">
            <a:extLst xmlns:a="http://schemas.openxmlformats.org/drawingml/2006/main">
              <a:ext uri="{FF2B5EF4-FFF2-40B4-BE49-F238E27FC236}">
                <a16:creationId xmlns:a16="http://schemas.microsoft.com/office/drawing/2014/main" id="{7A7B6912-E652-4AFE-88D6-92F6AE7E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文件哈希</a:t>
            </a:r>
          </a:p>
        </p:txBody>
      </p:sp>
      <p:sp>
        <p:nvSpPr>
          <p:cNvPr id="90" name="evidence-card-2-divider">
            <a:extLst xmlns:a="http://schemas.openxmlformats.org/drawingml/2006/main">
              <a:ext uri="{FF2B5EF4-FFF2-40B4-BE49-F238E27FC236}">
                <a16:creationId xmlns:a16="http://schemas.microsoft.com/office/drawing/2014/main" id="{F17CF9E8-560D-4EB5-9EC6-85AFB80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editable:component:P05_evidence_ladder:item.2.source">
            <a:extLst xmlns:a="http://schemas.openxmlformats.org/drawingml/2006/main">
              <a:ext uri="{FF2B5EF4-FFF2-40B4-BE49-F238E27FC236}">
                <a16:creationId xmlns:a16="http://schemas.microsoft.com/office/drawing/2014/main" id="{FA4A3DED-3A2C-4CBD-AD51-3DF99392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任务目录生成记录</a:t>
            </a:r>
          </a:p>
        </p:txBody>
      </p:sp>
      <p:sp>
        <p:nvSpPr>
          <p:cNvPr id="92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36138C4A-3AAA-4319-BDC3-9EDF85CA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3" name="evidence-card-3-accent">
            <a:extLst xmlns:a="http://schemas.openxmlformats.org/drawingml/2006/main">
              <a:ext uri="{FF2B5EF4-FFF2-40B4-BE49-F238E27FC236}">
                <a16:creationId xmlns:a16="http://schemas.microsoft.com/office/drawing/2014/main" id="{31AE2143-5D3C-47BC-8C7F-0E3C8B25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4" name="editable:component:P05_evidence_ladder:item.3.metric">
            <a:extLst xmlns:a="http://schemas.openxmlformats.org/drawingml/2006/main">
              <a:ext uri="{FF2B5EF4-FFF2-40B4-BE49-F238E27FC236}">
                <a16:creationId xmlns:a16="http://schemas.microsoft.com/office/drawing/2014/main" id="{C391EDFF-4B21-48D9-AD74-9827B18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03</a:t>
            </a:r>
          </a:p>
        </p:txBody>
      </p:sp>
      <p:sp>
        <p:nvSpPr>
          <p:cNvPr id="95" name="editable:component:P05_evidence_ladder:item.3.label">
            <a:extLst xmlns:a="http://schemas.openxmlformats.org/drawingml/2006/main">
              <a:ext uri="{FF2B5EF4-FFF2-40B4-BE49-F238E27FC236}">
                <a16:creationId xmlns:a16="http://schemas.microsoft.com/office/drawing/2014/main" id="{ED7E3807-AD6F-482F-8C75-E8FE05A6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验收结果</a:t>
            </a:r>
          </a:p>
        </p:txBody>
      </p:sp>
      <p:sp>
        <p:nvSpPr>
          <p:cNvPr id="96" name="evidence-card-3-divider">
            <a:extLst xmlns:a="http://schemas.openxmlformats.org/drawingml/2006/main">
              <a:ext uri="{FF2B5EF4-FFF2-40B4-BE49-F238E27FC236}">
                <a16:creationId xmlns:a16="http://schemas.microsoft.com/office/drawing/2014/main" id="{6FCCA2D1-1D77-4C2C-91C7-C0581AC8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7" name="editable:component:P05_evidence_ladder:item.3.source">
            <a:extLst xmlns:a="http://schemas.openxmlformats.org/drawingml/2006/main">
              <a:ext uri="{FF2B5EF4-FFF2-40B4-BE49-F238E27FC236}">
                <a16:creationId xmlns:a16="http://schemas.microsoft.com/office/drawing/2014/main" id="{939D8D91-C302-4AA0-814E-5DD32AC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逐页检查记录</a:t>
            </a:r>
          </a:p>
        </p:txBody>
      </p:sp>
    </p:spTree>
    <p:extLst>
      <p:ext uri="{BB962C8B-B14F-4D97-AF65-F5344CB8AC3E}">
        <p14:creationId xmlns:p14="http://schemas.microsoft.com/office/powerpoint/2010/main" val="2056206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2026-08-09T16:12:36.8650000Z</dcterms:created>
  <dcterms:modified xsi:type="dcterms:W3CDTF">2026-08-09T16:12:36.8650000Z</dcterms:modified>
</coreProperties>
</file>